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90" r:id="rId2"/>
    <p:sldId id="291" r:id="rId3"/>
    <p:sldId id="292" r:id="rId4"/>
    <p:sldId id="294" r:id="rId5"/>
    <p:sldId id="296" r:id="rId6"/>
    <p:sldId id="297" r:id="rId7"/>
    <p:sldId id="259" r:id="rId8"/>
    <p:sldId id="299" r:id="rId9"/>
    <p:sldId id="298" r:id="rId10"/>
    <p:sldId id="300" r:id="rId11"/>
    <p:sldId id="301" r:id="rId12"/>
    <p:sldId id="288" r:id="rId13"/>
    <p:sldId id="261" r:id="rId14"/>
    <p:sldId id="262" r:id="rId15"/>
    <p:sldId id="260" r:id="rId16"/>
    <p:sldId id="263" r:id="rId17"/>
    <p:sldId id="264" r:id="rId18"/>
    <p:sldId id="265" r:id="rId19"/>
    <p:sldId id="266" r:id="rId20"/>
    <p:sldId id="267" r:id="rId21"/>
    <p:sldId id="276" r:id="rId22"/>
    <p:sldId id="268" r:id="rId23"/>
    <p:sldId id="269" r:id="rId24"/>
    <p:sldId id="270" r:id="rId25"/>
    <p:sldId id="271" r:id="rId26"/>
    <p:sldId id="272" r:id="rId27"/>
    <p:sldId id="277" r:id="rId28"/>
    <p:sldId id="278" r:id="rId29"/>
    <p:sldId id="279" r:id="rId30"/>
    <p:sldId id="273" r:id="rId31"/>
    <p:sldId id="274" r:id="rId32"/>
    <p:sldId id="275" r:id="rId33"/>
    <p:sldId id="281" r:id="rId34"/>
    <p:sldId id="283" r:id="rId35"/>
    <p:sldId id="284" r:id="rId36"/>
    <p:sldId id="285" r:id="rId37"/>
    <p:sldId id="286" r:id="rId38"/>
    <p:sldId id="287" r:id="rId3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00C0"/>
    <a:srgbClr val="FFCC00"/>
    <a:srgbClr val="CCFF99"/>
    <a:srgbClr val="808080"/>
    <a:srgbClr val="009900"/>
    <a:srgbClr val="FF9900"/>
    <a:srgbClr val="3333FF"/>
    <a:srgbClr val="0066FF"/>
    <a:srgbClr val="DDDDDD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94" autoAdjust="0"/>
  </p:normalViewPr>
  <p:slideViewPr>
    <p:cSldViewPr snapToGrid="0">
      <p:cViewPr>
        <p:scale>
          <a:sx n="50" d="100"/>
          <a:sy n="50" d="100"/>
        </p:scale>
        <p:origin x="2874" y="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3422B-DFBD-4D43-A6E7-49E6295E8A56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D33AD7-4809-4CE9-88B4-E21D243B9A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8864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7989D-D33A-78FE-26CE-721ADBFEE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005F434-D1FB-7160-DF9F-F6D6C8C3EF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86300F-8B7D-6812-B685-CA2A9B796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2C9B-F8F8-4ABA-ACE3-C1B780FDA667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104BB9-166E-E5AB-3F31-2A29E2327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79AF8A-2125-A4A1-BA30-5CC5890C7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0062-6287-49C5-81C6-A10D660369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0012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BC5D86-7832-A156-CC3B-89F33CB73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C413AB-DCA9-8D15-1DD8-9777F7FAD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382F1D-73A4-94D2-B7E4-431B80863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2C9B-F8F8-4ABA-ACE3-C1B780FDA667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64CD74-0685-DFFC-BA50-4A3C36C5D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E121CA-3BAD-9F30-06AD-A189A7E31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0062-6287-49C5-81C6-A10D660369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108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6E8BAA-2168-C5B7-F613-F0A8C9B0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24CA68-5A4F-5177-D7DD-4A291E7840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8031DB-7D9B-54D8-7A49-6707D4272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2C9B-F8F8-4ABA-ACE3-C1B780FDA667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228130-936C-1BC8-2C2B-7A6F525F9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92E9C3-889F-DA4B-CBBD-3C8D39C29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0062-6287-49C5-81C6-A10D660369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0164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436397-A4B2-3320-C119-3F5CCAFBD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6DB2D9-534C-BAA0-D065-9E3B91230A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F145A3-7045-6070-1AD2-66B3B3231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DA2B738-6169-88CC-EBE8-0A35B85C6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2C9B-F8F8-4ABA-ACE3-C1B780FDA667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521B2B-D396-C94F-5D2B-C60CBC5C9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EAF848-01D1-85E9-7F0B-71E0EAA9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0062-6287-49C5-81C6-A10D660369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37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54B320-0943-E98F-FAB8-B520BBCA8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136D2C-5801-B0B2-1ABD-4A47A8242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7E7EC9-FC8E-11BA-BF9C-8D9C2530E7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3CABEF7-9F3F-AE90-448E-C385B24F11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25CCC82-F513-05ED-E4A2-8D91982280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E2D53F-F078-2ECE-4E73-499ADE10E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2C9B-F8F8-4ABA-ACE3-C1B780FDA667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925F6AC-3599-20A3-41D3-4C8CEEB87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0B27DE5-DB11-E52B-49D5-F4F0A0B6F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0062-6287-49C5-81C6-A10D660369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6058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4EAFBD-A33F-9F83-6788-AC749A5AB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CD79DF-0B1B-FAB7-DE64-03B175D03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2C9B-F8F8-4ABA-ACE3-C1B780FDA667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992E67E-0160-702E-6F89-F84EF731F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DA5C03C-2034-311F-2679-1862F406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0062-6287-49C5-81C6-A10D660369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839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8F387C8-16B3-498C-1F03-B65E4A642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2C9B-F8F8-4ABA-ACE3-C1B780FDA667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C24CC08-7F6F-0E31-381E-054D95B34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3D4D51-4AEB-C2B4-B8FD-A40D26939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0062-6287-49C5-81C6-A10D660369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6961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B7D420-FAA1-0F39-0D38-2630494ED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737E66-8EC2-DB5D-8339-5B4FDE194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3A201D6-5C60-8A0B-05D7-342792020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AC6D3E-3571-2058-3CD8-955EC486E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2C9B-F8F8-4ABA-ACE3-C1B780FDA667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5F82025-C54E-F635-0A2E-4916DE86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25116F-117C-D5F5-E898-FBA58C6FB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0062-6287-49C5-81C6-A10D660369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411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83580-8474-6F0A-953C-365852494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2B364D4-E555-8D5A-5FEC-A77331C3A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DF0698-377B-C0D9-4C71-1FA0B5049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08DC37E-832B-D00F-DE72-7A7A63796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2C9B-F8F8-4ABA-ACE3-C1B780FDA667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F5C0D8D-E003-26F4-DD52-CAEDF8476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D06FD69-B0C7-428F-000D-C05222B6B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0062-6287-49C5-81C6-A10D660369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4703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68B8EB-0D1E-D4BF-0D32-30E60E7FA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88BD86-2424-6E24-7E5F-132DC1C51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446843-598A-F189-F06E-7DC976B20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2C9B-F8F8-4ABA-ACE3-C1B780FDA667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B6EC0E-9ACB-614F-6487-1C81901BE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9CB370-6E83-B704-29B1-8EF1CE884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0062-6287-49C5-81C6-A10D660369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7919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F8F19A7-38CE-6196-946D-55E46E89E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EAF72D0-EA76-B005-25BF-1C26B3359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CE7CD0-0A1D-D793-6141-F6CD2F4A4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52C9B-F8F8-4ABA-ACE3-C1B780FDA667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24E141-5951-C329-F07F-CDACB5A3E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88A5B4-2202-2B89-4626-8BEE4B698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F0062-6287-49C5-81C6-A10D660369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355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38739A-9325-02BA-C7D1-DFCA9BC88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0FF107-ADD7-9CBD-EBFA-FEEFBF4C2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D76211-D305-686A-3C99-4641EB9C70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452C9B-F8F8-4ABA-ACE3-C1B780FDA667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848235-5B4A-277D-9F90-43AE6DF106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ED264E-5363-AC8C-47C0-08AEA22D6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F0062-6287-49C5-81C6-A10D660369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1895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microsoft.com/office/2007/relationships/hdphoto" Target="../media/hdphoto1.wdp"/><Relationship Id="rId3" Type="http://schemas.openxmlformats.org/officeDocument/2006/relationships/image" Target="../media/image5.emf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3.png"/><Relationship Id="rId2" Type="http://schemas.openxmlformats.org/officeDocument/2006/relationships/image" Target="../media/image4.emf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26" Type="http://schemas.microsoft.com/office/2007/relationships/hdphoto" Target="../media/hdphoto1.wdp"/><Relationship Id="rId3" Type="http://schemas.openxmlformats.org/officeDocument/2006/relationships/image" Target="../media/image5.emf"/><Relationship Id="rId21" Type="http://schemas.openxmlformats.org/officeDocument/2006/relationships/image" Target="../media/image23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3.png"/><Relationship Id="rId2" Type="http://schemas.openxmlformats.org/officeDocument/2006/relationships/image" Target="../media/image4.emf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24" Type="http://schemas.openxmlformats.org/officeDocument/2006/relationships/image" Target="../media/image26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Relationship Id="rId22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8.png"/><Relationship Id="rId3" Type="http://schemas.openxmlformats.org/officeDocument/2006/relationships/image" Target="../media/image4.emf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27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microsoft.com/office/2007/relationships/hdphoto" Target="../media/hdphoto1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3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emf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microsoft.com/office/2007/relationships/hdphoto" Target="../media/hdphoto2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8.png"/><Relationship Id="rId3" Type="http://schemas.openxmlformats.org/officeDocument/2006/relationships/image" Target="../media/image4.emf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27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emf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microsoft.com/office/2007/relationships/hdphoto" Target="../media/hdphoto2.wdp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8.png"/><Relationship Id="rId3" Type="http://schemas.openxmlformats.org/officeDocument/2006/relationships/image" Target="../media/image4.emf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27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microsoft.com/office/2007/relationships/hdphoto" Target="../media/hdphoto1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3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emf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microsoft.com/office/2007/relationships/hdphoto" Target="../media/hdphoto2.wdp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8.png"/><Relationship Id="rId3" Type="http://schemas.openxmlformats.org/officeDocument/2006/relationships/image" Target="../media/image4.emf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27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microsoft.com/office/2007/relationships/hdphoto" Target="../media/hdphoto1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3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emf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microsoft.com/office/2007/relationships/hdphoto" Target="../media/hdphoto2.wdp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27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29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microsoft.com/office/2007/relationships/hdphoto" Target="../media/hdphoto1.wdp"/><Relationship Id="rId5" Type="http://schemas.openxmlformats.org/officeDocument/2006/relationships/image" Target="../media/image5.emf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microsoft.com/office/2007/relationships/hdphoto" Target="../media/hdphoto2.wdp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.png"/><Relationship Id="rId4" Type="http://schemas.openxmlformats.org/officeDocument/2006/relationships/image" Target="../media/image4.emf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8.png"/><Relationship Id="rId30" Type="http://schemas.microsoft.com/office/2007/relationships/hdphoto" Target="../media/hdphoto3.wdp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29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27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emf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microsoft.com/office/2007/relationships/hdphoto" Target="../media/hdphoto3.wdp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emf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30.png"/><Relationship Id="rId3" Type="http://schemas.openxmlformats.org/officeDocument/2006/relationships/image" Target="../media/image4.emf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29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emf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microsoft.com/office/2007/relationships/hdphoto" Target="../media/hdphoto3.wd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30.png"/><Relationship Id="rId3" Type="http://schemas.openxmlformats.org/officeDocument/2006/relationships/image" Target="../media/image4.emf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29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emf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microsoft.com/office/2007/relationships/hdphoto" Target="../media/hdphoto3.wdp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29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31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emf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microsoft.com/office/2007/relationships/hdphoto" Target="../media/hdphoto4.wdp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3.png"/><Relationship Id="rId4" Type="http://schemas.openxmlformats.org/officeDocument/2006/relationships/image" Target="../media/image4.emf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32.png"/><Relationship Id="rId30" Type="http://schemas.microsoft.com/office/2007/relationships/hdphoto" Target="../media/hdphoto3.wdp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1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29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emf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microsoft.com/office/2007/relationships/hdphoto" Target="../media/hdphoto4.wdp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microsoft.com/office/2007/relationships/hdphoto" Target="../media/hdphoto1.wdp"/><Relationship Id="rId4" Type="http://schemas.openxmlformats.org/officeDocument/2006/relationships/image" Target="../media/image4.emf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32.png"/><Relationship Id="rId30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32.png"/><Relationship Id="rId3" Type="http://schemas.openxmlformats.org/officeDocument/2006/relationships/image" Target="../media/image4.emf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31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33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emf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microsoft.com/office/2007/relationships/hdphoto" Target="../media/hdphoto4.wdp"/><Relationship Id="rId30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32.png"/><Relationship Id="rId3" Type="http://schemas.openxmlformats.org/officeDocument/2006/relationships/image" Target="../media/image4.emf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31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microsoft.com/office/2007/relationships/hdphoto" Target="../media/hdphoto1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3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emf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microsoft.com/office/2007/relationships/hdphoto" Target="../media/hdphoto4.wdp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32.png"/><Relationship Id="rId3" Type="http://schemas.openxmlformats.org/officeDocument/2006/relationships/image" Target="../media/image7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31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microsoft.com/office/2007/relationships/hdphoto" Target="../media/hdphoto1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4.emf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3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microsoft.com/office/2007/relationships/hdphoto" Target="../media/hdphoto4.wdp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4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31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microsoft.com/office/2007/relationships/hdphoto" Target="../media/hdphoto1.wdp"/><Relationship Id="rId5" Type="http://schemas.openxmlformats.org/officeDocument/2006/relationships/image" Target="../media/image5.emf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microsoft.com/office/2007/relationships/hdphoto" Target="../media/hdphoto4.wdp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.png"/><Relationship Id="rId4" Type="http://schemas.openxmlformats.org/officeDocument/2006/relationships/image" Target="../media/image4.emf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32.png"/><Relationship Id="rId30" Type="http://schemas.microsoft.com/office/2007/relationships/hdphoto" Target="../media/hdphoto5.wdp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4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31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emf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microsoft.com/office/2007/relationships/hdphoto" Target="../media/hdphoto5.wdp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emf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35.png"/><Relationship Id="rId3" Type="http://schemas.openxmlformats.org/officeDocument/2006/relationships/image" Target="../media/image4.emf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34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emf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microsoft.com/office/2007/relationships/hdphoto" Target="../media/hdphoto5.wdp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35.png"/><Relationship Id="rId3" Type="http://schemas.openxmlformats.org/officeDocument/2006/relationships/image" Target="../media/image4.emf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34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emf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microsoft.com/office/2007/relationships/hdphoto" Target="../media/hdphoto5.wdp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4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36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microsoft.com/office/2007/relationships/hdphoto" Target="../media/hdphoto1.wdp"/><Relationship Id="rId5" Type="http://schemas.openxmlformats.org/officeDocument/2006/relationships/image" Target="../media/image5.emf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microsoft.com/office/2007/relationships/hdphoto" Target="../media/hdphoto5.wdp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.png"/><Relationship Id="rId4" Type="http://schemas.openxmlformats.org/officeDocument/2006/relationships/image" Target="../media/image4.emf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35.png"/><Relationship Id="rId30" Type="http://schemas.microsoft.com/office/2007/relationships/hdphoto" Target="../media/hdphoto6.wdp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6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34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emf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microsoft.com/office/2007/relationships/hdphoto" Target="../media/hdphoto6.wdp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emf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37.png"/><Relationship Id="rId30" Type="http://schemas.microsoft.com/office/2007/relationships/hdphoto" Target="../media/hdphoto1.wdp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37.png"/><Relationship Id="rId3" Type="http://schemas.openxmlformats.org/officeDocument/2006/relationships/image" Target="../media/image4.emf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36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microsoft.com/office/2007/relationships/hdphoto" Target="../media/hdphoto1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3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emf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microsoft.com/office/2007/relationships/hdphoto" Target="../media/hdphoto6.wdp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8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36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emf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microsoft.com/office/2007/relationships/hdphoto" Target="../media/hdphoto6.wdp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emf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37.png"/><Relationship Id="rId30" Type="http://schemas.microsoft.com/office/2007/relationships/hdphoto" Target="../media/hdphoto7.wdp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13.png"/><Relationship Id="rId39" Type="http://schemas.openxmlformats.org/officeDocument/2006/relationships/image" Target="../media/image26.png"/><Relationship Id="rId21" Type="http://schemas.openxmlformats.org/officeDocument/2006/relationships/image" Target="../media/image52.png"/><Relationship Id="rId34" Type="http://schemas.openxmlformats.org/officeDocument/2006/relationships/image" Target="../media/image21.png"/><Relationship Id="rId42" Type="http://schemas.openxmlformats.org/officeDocument/2006/relationships/image" Target="../media/image53.png"/><Relationship Id="rId7" Type="http://schemas.openxmlformats.org/officeDocument/2006/relationships/image" Target="../media/image7.png"/><Relationship Id="rId2" Type="http://schemas.openxmlformats.org/officeDocument/2006/relationships/image" Target="../media/image38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29" Type="http://schemas.openxmlformats.org/officeDocument/2006/relationships/image" Target="../media/image16.png"/><Relationship Id="rId41" Type="http://schemas.microsoft.com/office/2007/relationships/hdphoto" Target="../media/hdphoto7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42.png"/><Relationship Id="rId24" Type="http://schemas.openxmlformats.org/officeDocument/2006/relationships/image" Target="../media/image11.png"/><Relationship Id="rId32" Type="http://schemas.openxmlformats.org/officeDocument/2006/relationships/image" Target="../media/image19.png"/><Relationship Id="rId37" Type="http://schemas.openxmlformats.org/officeDocument/2006/relationships/image" Target="../media/image24.png"/><Relationship Id="rId40" Type="http://schemas.openxmlformats.org/officeDocument/2006/relationships/image" Target="../media/image39.png"/><Relationship Id="rId5" Type="http://schemas.openxmlformats.org/officeDocument/2006/relationships/image" Target="../media/image5.emf"/><Relationship Id="rId15" Type="http://schemas.openxmlformats.org/officeDocument/2006/relationships/image" Target="../media/image46.png"/><Relationship Id="rId23" Type="http://schemas.openxmlformats.org/officeDocument/2006/relationships/image" Target="../media/image10.png"/><Relationship Id="rId28" Type="http://schemas.openxmlformats.org/officeDocument/2006/relationships/image" Target="../media/image15.png"/><Relationship Id="rId36" Type="http://schemas.openxmlformats.org/officeDocument/2006/relationships/image" Target="../media/image23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31" Type="http://schemas.openxmlformats.org/officeDocument/2006/relationships/image" Target="../media/image18.png"/><Relationship Id="rId4" Type="http://schemas.openxmlformats.org/officeDocument/2006/relationships/image" Target="../media/image4.emf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9.png"/><Relationship Id="rId27" Type="http://schemas.openxmlformats.org/officeDocument/2006/relationships/image" Target="../media/image14.png"/><Relationship Id="rId30" Type="http://schemas.openxmlformats.org/officeDocument/2006/relationships/image" Target="../media/image17.png"/><Relationship Id="rId35" Type="http://schemas.openxmlformats.org/officeDocument/2006/relationships/image" Target="../media/image22.png"/><Relationship Id="rId8" Type="http://schemas.openxmlformats.org/officeDocument/2006/relationships/image" Target="../media/image8.png"/><Relationship Id="rId3" Type="http://schemas.openxmlformats.org/officeDocument/2006/relationships/image" Target="../media/image36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12.png"/><Relationship Id="rId33" Type="http://schemas.openxmlformats.org/officeDocument/2006/relationships/image" Target="../media/image20.png"/><Relationship Id="rId38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3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microsoft.com/office/2007/relationships/hdphoto" Target="../media/hdphoto7.wdp"/><Relationship Id="rId2" Type="http://schemas.openxmlformats.org/officeDocument/2006/relationships/image" Target="../media/image38.png"/><Relationship Id="rId16" Type="http://schemas.openxmlformats.org/officeDocument/2006/relationships/image" Target="../media/image39.png"/><Relationship Id="rId20" Type="http://schemas.microsoft.com/office/2007/relationships/hdphoto" Target="../media/hdphoto1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3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2C70C0-7815-C746-FC39-9B9060E5D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>
            <a:extLst>
              <a:ext uri="{FF2B5EF4-FFF2-40B4-BE49-F238E27FC236}">
                <a16:creationId xmlns:a16="http://schemas.microsoft.com/office/drawing/2014/main" id="{C1BE6D37-A65A-86CA-94A2-56EF055A632E}"/>
              </a:ext>
            </a:extLst>
          </p:cNvPr>
          <p:cNvSpPr/>
          <p:nvPr/>
        </p:nvSpPr>
        <p:spPr>
          <a:xfrm>
            <a:off x="11430000" y="8267700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7B69EBF1-03CB-AFE8-0B6C-AFAFCE864F67}"/>
              </a:ext>
            </a:extLst>
          </p:cNvPr>
          <p:cNvSpPr/>
          <p:nvPr/>
        </p:nvSpPr>
        <p:spPr>
          <a:xfrm>
            <a:off x="1371600" y="8839200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E4142C71-1C8E-6001-52AD-DA9956F61D3F}"/>
              </a:ext>
            </a:extLst>
          </p:cNvPr>
          <p:cNvSpPr/>
          <p:nvPr/>
        </p:nvSpPr>
        <p:spPr>
          <a:xfrm>
            <a:off x="-2590800" y="3048000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0718EB1E-4DBE-43EB-D618-899B650A2A55}"/>
              </a:ext>
            </a:extLst>
          </p:cNvPr>
          <p:cNvSpPr/>
          <p:nvPr/>
        </p:nvSpPr>
        <p:spPr>
          <a:xfrm>
            <a:off x="-1828800" y="-1333500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023E0816-D6D3-71E1-694B-08995EC5C772}"/>
              </a:ext>
            </a:extLst>
          </p:cNvPr>
          <p:cNvSpPr/>
          <p:nvPr/>
        </p:nvSpPr>
        <p:spPr>
          <a:xfrm>
            <a:off x="13430250" y="3810000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F34F28B6-CB96-F188-A2A4-FA2A5658D74A}"/>
              </a:ext>
            </a:extLst>
          </p:cNvPr>
          <p:cNvSpPr/>
          <p:nvPr/>
        </p:nvSpPr>
        <p:spPr>
          <a:xfrm>
            <a:off x="7010400" y="8077200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F59D54D0-F4CC-B35B-A494-4548E70A1464}"/>
              </a:ext>
            </a:extLst>
          </p:cNvPr>
          <p:cNvSpPr/>
          <p:nvPr/>
        </p:nvSpPr>
        <p:spPr>
          <a:xfrm>
            <a:off x="13277850" y="438150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BFB517BE-0972-877F-BC58-1AAA17027519}"/>
              </a:ext>
            </a:extLst>
          </p:cNvPr>
          <p:cNvSpPr/>
          <p:nvPr/>
        </p:nvSpPr>
        <p:spPr>
          <a:xfrm>
            <a:off x="8743950" y="-1504950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60DCA679-B78E-E777-8878-1CE8A984A39A}"/>
              </a:ext>
            </a:extLst>
          </p:cNvPr>
          <p:cNvSpPr/>
          <p:nvPr/>
        </p:nvSpPr>
        <p:spPr>
          <a:xfrm>
            <a:off x="1104900" y="-1371600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AFEA1070-831E-FB57-3250-56AE17837B72}"/>
              </a:ext>
            </a:extLst>
          </p:cNvPr>
          <p:cNvSpPr/>
          <p:nvPr/>
        </p:nvSpPr>
        <p:spPr>
          <a:xfrm>
            <a:off x="3143250" y="7448550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F1C6140C-17A3-CAFF-EADF-038398B8BC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175" y="2921167"/>
            <a:ext cx="1015663" cy="1015663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C7F635AA-791A-84B2-014C-C1F0B4AF81A6}"/>
              </a:ext>
            </a:extLst>
          </p:cNvPr>
          <p:cNvSpPr txBox="1"/>
          <p:nvPr/>
        </p:nvSpPr>
        <p:spPr>
          <a:xfrm>
            <a:off x="4958838" y="2921168"/>
            <a:ext cx="38671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latin typeface="Franklin Gothic Heavy" panose="020B0903020102020204" pitchFamily="34" charset="0"/>
              </a:rPr>
              <a:t>PostalApp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3182340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8BE202-75CB-1BA8-5F63-5C5103CBB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Овал 65">
            <a:extLst>
              <a:ext uri="{FF2B5EF4-FFF2-40B4-BE49-F238E27FC236}">
                <a16:creationId xmlns:a16="http://schemas.microsoft.com/office/drawing/2014/main" id="{ADC75F00-BAF7-2D34-0D93-25F7B329E94B}"/>
              </a:ext>
            </a:extLst>
          </p:cNvPr>
          <p:cNvSpPr/>
          <p:nvPr/>
        </p:nvSpPr>
        <p:spPr>
          <a:xfrm>
            <a:off x="8982997" y="5368413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Овал 66">
            <a:extLst>
              <a:ext uri="{FF2B5EF4-FFF2-40B4-BE49-F238E27FC236}">
                <a16:creationId xmlns:a16="http://schemas.microsoft.com/office/drawing/2014/main" id="{B1A3E74C-68D6-33B1-7D57-AA26A9F5717D}"/>
              </a:ext>
            </a:extLst>
          </p:cNvPr>
          <p:cNvSpPr/>
          <p:nvPr/>
        </p:nvSpPr>
        <p:spPr>
          <a:xfrm>
            <a:off x="2658857" y="5181600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Овал 67">
            <a:extLst>
              <a:ext uri="{FF2B5EF4-FFF2-40B4-BE49-F238E27FC236}">
                <a16:creationId xmlns:a16="http://schemas.microsoft.com/office/drawing/2014/main" id="{0110C244-C09F-E251-6443-401067DECBF7}"/>
              </a:ext>
            </a:extLst>
          </p:cNvPr>
          <p:cNvSpPr/>
          <p:nvPr/>
        </p:nvSpPr>
        <p:spPr>
          <a:xfrm>
            <a:off x="2277857" y="2381865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Овал 68">
            <a:extLst>
              <a:ext uri="{FF2B5EF4-FFF2-40B4-BE49-F238E27FC236}">
                <a16:creationId xmlns:a16="http://schemas.microsoft.com/office/drawing/2014/main" id="{6A61427E-0EB8-3BAA-55BB-F6F8DBD1988B}"/>
              </a:ext>
            </a:extLst>
          </p:cNvPr>
          <p:cNvSpPr/>
          <p:nvPr/>
        </p:nvSpPr>
        <p:spPr>
          <a:xfrm>
            <a:off x="0" y="580103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Овал 69">
            <a:extLst>
              <a:ext uri="{FF2B5EF4-FFF2-40B4-BE49-F238E27FC236}">
                <a16:creationId xmlns:a16="http://schemas.microsoft.com/office/drawing/2014/main" id="{BF656660-F3F0-4305-158E-CC40C2D81408}"/>
              </a:ext>
            </a:extLst>
          </p:cNvPr>
          <p:cNvSpPr/>
          <p:nvPr/>
        </p:nvSpPr>
        <p:spPr>
          <a:xfrm>
            <a:off x="10298676" y="4842387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Овал 70">
            <a:extLst>
              <a:ext uri="{FF2B5EF4-FFF2-40B4-BE49-F238E27FC236}">
                <a16:creationId xmlns:a16="http://schemas.microsoft.com/office/drawing/2014/main" id="{B0535CF0-BBB8-9931-D5A3-7D80525587BB}"/>
              </a:ext>
            </a:extLst>
          </p:cNvPr>
          <p:cNvSpPr/>
          <p:nvPr/>
        </p:nvSpPr>
        <p:spPr>
          <a:xfrm>
            <a:off x="6803922" y="5368413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Овал 71">
            <a:extLst>
              <a:ext uri="{FF2B5EF4-FFF2-40B4-BE49-F238E27FC236}">
                <a16:creationId xmlns:a16="http://schemas.microsoft.com/office/drawing/2014/main" id="{1E511231-AAFB-FF89-0C5C-782EECC3AA7D}"/>
              </a:ext>
            </a:extLst>
          </p:cNvPr>
          <p:cNvSpPr/>
          <p:nvPr/>
        </p:nvSpPr>
        <p:spPr>
          <a:xfrm>
            <a:off x="10298676" y="3048000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Овал 72">
            <a:extLst>
              <a:ext uri="{FF2B5EF4-FFF2-40B4-BE49-F238E27FC236}">
                <a16:creationId xmlns:a16="http://schemas.microsoft.com/office/drawing/2014/main" id="{AD2B753B-5EC7-3D6E-ED66-32CA9B757807}"/>
              </a:ext>
            </a:extLst>
          </p:cNvPr>
          <p:cNvSpPr/>
          <p:nvPr/>
        </p:nvSpPr>
        <p:spPr>
          <a:xfrm>
            <a:off x="9115732" y="1108587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Овал 73">
            <a:extLst>
              <a:ext uri="{FF2B5EF4-FFF2-40B4-BE49-F238E27FC236}">
                <a16:creationId xmlns:a16="http://schemas.microsoft.com/office/drawing/2014/main" id="{5BDE0F16-6977-A269-7C00-7A558E7B1D7E}"/>
              </a:ext>
            </a:extLst>
          </p:cNvPr>
          <p:cNvSpPr/>
          <p:nvPr/>
        </p:nvSpPr>
        <p:spPr>
          <a:xfrm>
            <a:off x="4231558" y="772447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Овал 74">
            <a:extLst>
              <a:ext uri="{FF2B5EF4-FFF2-40B4-BE49-F238E27FC236}">
                <a16:creationId xmlns:a16="http://schemas.microsoft.com/office/drawing/2014/main" id="{A20E0D72-76DD-9F74-A6D7-F8642DC9A974}"/>
              </a:ext>
            </a:extLst>
          </p:cNvPr>
          <p:cNvSpPr/>
          <p:nvPr/>
        </p:nvSpPr>
        <p:spPr>
          <a:xfrm>
            <a:off x="4294545" y="5306961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5A6B88C9-D0DC-32AA-BA0F-50537EDC6D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175" y="2921167"/>
            <a:ext cx="1015663" cy="1015663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0F530E24-BE8D-89C0-12B2-064428036747}"/>
              </a:ext>
            </a:extLst>
          </p:cNvPr>
          <p:cNvSpPr txBox="1"/>
          <p:nvPr/>
        </p:nvSpPr>
        <p:spPr>
          <a:xfrm>
            <a:off x="4958838" y="2921168"/>
            <a:ext cx="38671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latin typeface="Franklin Gothic Heavy" panose="020B0903020102020204" pitchFamily="34" charset="0"/>
              </a:rPr>
              <a:t>PostalApp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2281030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E317FC-CB94-E2F6-9FB5-0966127A7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Овал 87">
            <a:extLst>
              <a:ext uri="{FF2B5EF4-FFF2-40B4-BE49-F238E27FC236}">
                <a16:creationId xmlns:a16="http://schemas.microsoft.com/office/drawing/2014/main" id="{DDF58956-6839-9546-C5F8-80367CE6D74D}"/>
              </a:ext>
            </a:extLst>
          </p:cNvPr>
          <p:cNvSpPr/>
          <p:nvPr/>
        </p:nvSpPr>
        <p:spPr>
          <a:xfrm>
            <a:off x="7184922" y="4080387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Овал 88">
            <a:extLst>
              <a:ext uri="{FF2B5EF4-FFF2-40B4-BE49-F238E27FC236}">
                <a16:creationId xmlns:a16="http://schemas.microsoft.com/office/drawing/2014/main" id="{DCF41E2E-0ADB-B9A5-C89B-30AC1CD42E91}"/>
              </a:ext>
            </a:extLst>
          </p:cNvPr>
          <p:cNvSpPr/>
          <p:nvPr/>
        </p:nvSpPr>
        <p:spPr>
          <a:xfrm>
            <a:off x="3759147" y="3709220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" name="Овал 89">
            <a:extLst>
              <a:ext uri="{FF2B5EF4-FFF2-40B4-BE49-F238E27FC236}">
                <a16:creationId xmlns:a16="http://schemas.microsoft.com/office/drawing/2014/main" id="{8E1B53A5-79B7-6226-D6E7-5E4D90266F97}"/>
              </a:ext>
            </a:extLst>
          </p:cNvPr>
          <p:cNvSpPr/>
          <p:nvPr/>
        </p:nvSpPr>
        <p:spPr>
          <a:xfrm>
            <a:off x="3509787" y="2677445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1" name="Овал 90">
            <a:extLst>
              <a:ext uri="{FF2B5EF4-FFF2-40B4-BE49-F238E27FC236}">
                <a16:creationId xmlns:a16="http://schemas.microsoft.com/office/drawing/2014/main" id="{FD7031EF-DCC6-C913-5A7F-EBF66FC5454B}"/>
              </a:ext>
            </a:extLst>
          </p:cNvPr>
          <p:cNvSpPr/>
          <p:nvPr/>
        </p:nvSpPr>
        <p:spPr>
          <a:xfrm>
            <a:off x="4168723" y="2000865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Овал 91">
            <a:extLst>
              <a:ext uri="{FF2B5EF4-FFF2-40B4-BE49-F238E27FC236}">
                <a16:creationId xmlns:a16="http://schemas.microsoft.com/office/drawing/2014/main" id="{78B70A39-F7AE-1DAA-49CB-A73C00FDF7DA}"/>
              </a:ext>
            </a:extLst>
          </p:cNvPr>
          <p:cNvSpPr/>
          <p:nvPr/>
        </p:nvSpPr>
        <p:spPr>
          <a:xfrm>
            <a:off x="8983765" y="3456038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Овал 92">
            <a:extLst>
              <a:ext uri="{FF2B5EF4-FFF2-40B4-BE49-F238E27FC236}">
                <a16:creationId xmlns:a16="http://schemas.microsoft.com/office/drawing/2014/main" id="{D45EA0FC-9F20-114D-1668-05244ACFBF1C}"/>
              </a:ext>
            </a:extLst>
          </p:cNvPr>
          <p:cNvSpPr/>
          <p:nvPr/>
        </p:nvSpPr>
        <p:spPr>
          <a:xfrm>
            <a:off x="4924038" y="4358150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4" name="Овал 93">
            <a:extLst>
              <a:ext uri="{FF2B5EF4-FFF2-40B4-BE49-F238E27FC236}">
                <a16:creationId xmlns:a16="http://schemas.microsoft.com/office/drawing/2014/main" id="{AD1B421D-FB3D-5790-7C8D-FE64F6E6EF2E}"/>
              </a:ext>
            </a:extLst>
          </p:cNvPr>
          <p:cNvSpPr/>
          <p:nvPr/>
        </p:nvSpPr>
        <p:spPr>
          <a:xfrm>
            <a:off x="6805766" y="3016044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5" name="Овал 94">
            <a:extLst>
              <a:ext uri="{FF2B5EF4-FFF2-40B4-BE49-F238E27FC236}">
                <a16:creationId xmlns:a16="http://schemas.microsoft.com/office/drawing/2014/main" id="{64CE5C5C-3447-CCE2-4892-19A95462E923}"/>
              </a:ext>
            </a:extLst>
          </p:cNvPr>
          <p:cNvSpPr/>
          <p:nvPr/>
        </p:nvSpPr>
        <p:spPr>
          <a:xfrm>
            <a:off x="6392196" y="2118851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6" name="Овал 95">
            <a:extLst>
              <a:ext uri="{FF2B5EF4-FFF2-40B4-BE49-F238E27FC236}">
                <a16:creationId xmlns:a16="http://schemas.microsoft.com/office/drawing/2014/main" id="{F90F1CDB-9F49-6475-5C11-780EB21AA191}"/>
              </a:ext>
            </a:extLst>
          </p:cNvPr>
          <p:cNvSpPr/>
          <p:nvPr/>
        </p:nvSpPr>
        <p:spPr>
          <a:xfrm>
            <a:off x="5334000" y="1356851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7" name="Овал 96">
            <a:extLst>
              <a:ext uri="{FF2B5EF4-FFF2-40B4-BE49-F238E27FC236}">
                <a16:creationId xmlns:a16="http://schemas.microsoft.com/office/drawing/2014/main" id="{D96F8B9D-2B69-AE96-7451-1D307E2FD96B}"/>
              </a:ext>
            </a:extLst>
          </p:cNvPr>
          <p:cNvSpPr/>
          <p:nvPr/>
        </p:nvSpPr>
        <p:spPr>
          <a:xfrm>
            <a:off x="5938990" y="3453580"/>
            <a:ext cx="762000" cy="76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8" name="Рисунок 97">
            <a:extLst>
              <a:ext uri="{FF2B5EF4-FFF2-40B4-BE49-F238E27FC236}">
                <a16:creationId xmlns:a16="http://schemas.microsoft.com/office/drawing/2014/main" id="{3BC546A9-007F-9920-3E3D-042D96D5D7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175" y="2921167"/>
            <a:ext cx="1015663" cy="1015663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B516BA9E-55FD-FBAD-3C90-A1772572C21E}"/>
              </a:ext>
            </a:extLst>
          </p:cNvPr>
          <p:cNvSpPr txBox="1"/>
          <p:nvPr/>
        </p:nvSpPr>
        <p:spPr>
          <a:xfrm>
            <a:off x="4958838" y="2921168"/>
            <a:ext cx="38671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latin typeface="Franklin Gothic Heavy" panose="020B0903020102020204" pitchFamily="34" charset="0"/>
              </a:rPr>
              <a:t>PostalApp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646224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18D6D1-3985-2068-48AF-3D3F1A6B9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Овал 141">
            <a:extLst>
              <a:ext uri="{FF2B5EF4-FFF2-40B4-BE49-F238E27FC236}">
                <a16:creationId xmlns:a16="http://schemas.microsoft.com/office/drawing/2014/main" id="{AF6BAE27-7603-5E4F-FE15-6AABEF35D0AE}"/>
              </a:ext>
            </a:extLst>
          </p:cNvPr>
          <p:cNvSpPr/>
          <p:nvPr/>
        </p:nvSpPr>
        <p:spPr>
          <a:xfrm>
            <a:off x="7348991" y="2835378"/>
            <a:ext cx="2283540" cy="22835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3" name="Овал 142">
            <a:extLst>
              <a:ext uri="{FF2B5EF4-FFF2-40B4-BE49-F238E27FC236}">
                <a16:creationId xmlns:a16="http://schemas.microsoft.com/office/drawing/2014/main" id="{BEB8E355-EC07-C048-0B30-39C5E453F939}"/>
              </a:ext>
            </a:extLst>
          </p:cNvPr>
          <p:cNvSpPr/>
          <p:nvPr/>
        </p:nvSpPr>
        <p:spPr>
          <a:xfrm>
            <a:off x="3738715" y="3157693"/>
            <a:ext cx="2283540" cy="22835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4" name="Овал 143">
            <a:extLst>
              <a:ext uri="{FF2B5EF4-FFF2-40B4-BE49-F238E27FC236}">
                <a16:creationId xmlns:a16="http://schemas.microsoft.com/office/drawing/2014/main" id="{15CC6A93-D26E-AE59-5BE2-5BC94532EEF7}"/>
              </a:ext>
            </a:extLst>
          </p:cNvPr>
          <p:cNvSpPr/>
          <p:nvPr/>
        </p:nvSpPr>
        <p:spPr>
          <a:xfrm>
            <a:off x="2201054" y="2690354"/>
            <a:ext cx="2283540" cy="22835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5" name="Овал 144">
            <a:extLst>
              <a:ext uri="{FF2B5EF4-FFF2-40B4-BE49-F238E27FC236}">
                <a16:creationId xmlns:a16="http://schemas.microsoft.com/office/drawing/2014/main" id="{54372DAF-3533-3C83-C107-31E4616C249C}"/>
              </a:ext>
            </a:extLst>
          </p:cNvPr>
          <p:cNvSpPr/>
          <p:nvPr/>
        </p:nvSpPr>
        <p:spPr>
          <a:xfrm>
            <a:off x="3383994" y="1341492"/>
            <a:ext cx="2283540" cy="22835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6" name="Овал 145">
            <a:extLst>
              <a:ext uri="{FF2B5EF4-FFF2-40B4-BE49-F238E27FC236}">
                <a16:creationId xmlns:a16="http://schemas.microsoft.com/office/drawing/2014/main" id="{808D3106-A42C-48D7-64B2-D0BABF96ED32}"/>
              </a:ext>
            </a:extLst>
          </p:cNvPr>
          <p:cNvSpPr/>
          <p:nvPr/>
        </p:nvSpPr>
        <p:spPr>
          <a:xfrm>
            <a:off x="7792216" y="1489591"/>
            <a:ext cx="2283540" cy="22835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7" name="Овал 146">
            <a:extLst>
              <a:ext uri="{FF2B5EF4-FFF2-40B4-BE49-F238E27FC236}">
                <a16:creationId xmlns:a16="http://schemas.microsoft.com/office/drawing/2014/main" id="{CAD2B7D4-A893-03AA-D68A-EE0C523B1400}"/>
              </a:ext>
            </a:extLst>
          </p:cNvPr>
          <p:cNvSpPr/>
          <p:nvPr/>
        </p:nvSpPr>
        <p:spPr>
          <a:xfrm>
            <a:off x="5485169" y="3401963"/>
            <a:ext cx="2283540" cy="22835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8" name="Овал 147">
            <a:extLst>
              <a:ext uri="{FF2B5EF4-FFF2-40B4-BE49-F238E27FC236}">
                <a16:creationId xmlns:a16="http://schemas.microsoft.com/office/drawing/2014/main" id="{673BE292-67F7-E56C-20D8-6F239E3182F2}"/>
              </a:ext>
            </a:extLst>
          </p:cNvPr>
          <p:cNvSpPr/>
          <p:nvPr/>
        </p:nvSpPr>
        <p:spPr>
          <a:xfrm>
            <a:off x="6664429" y="2504770"/>
            <a:ext cx="2283540" cy="22835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9" name="Овал 148">
            <a:extLst>
              <a:ext uri="{FF2B5EF4-FFF2-40B4-BE49-F238E27FC236}">
                <a16:creationId xmlns:a16="http://schemas.microsoft.com/office/drawing/2014/main" id="{B23A9BD4-6D57-A485-93BD-6F4E581CE307}"/>
              </a:ext>
            </a:extLst>
          </p:cNvPr>
          <p:cNvSpPr/>
          <p:nvPr/>
        </p:nvSpPr>
        <p:spPr>
          <a:xfrm>
            <a:off x="6250859" y="1607577"/>
            <a:ext cx="2283540" cy="22835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0" name="Овал 149">
            <a:extLst>
              <a:ext uri="{FF2B5EF4-FFF2-40B4-BE49-F238E27FC236}">
                <a16:creationId xmlns:a16="http://schemas.microsoft.com/office/drawing/2014/main" id="{E7422A68-42BB-DDF6-2A12-51FA8ECBF03F}"/>
              </a:ext>
            </a:extLst>
          </p:cNvPr>
          <p:cNvSpPr/>
          <p:nvPr/>
        </p:nvSpPr>
        <p:spPr>
          <a:xfrm>
            <a:off x="4695519" y="1145460"/>
            <a:ext cx="2283540" cy="22835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1" name="Овал 150">
            <a:extLst>
              <a:ext uri="{FF2B5EF4-FFF2-40B4-BE49-F238E27FC236}">
                <a16:creationId xmlns:a16="http://schemas.microsoft.com/office/drawing/2014/main" id="{D2718061-E71D-D8C6-33FB-D4765E4352A7}"/>
              </a:ext>
            </a:extLst>
          </p:cNvPr>
          <p:cNvSpPr/>
          <p:nvPr/>
        </p:nvSpPr>
        <p:spPr>
          <a:xfrm>
            <a:off x="5382241" y="2766554"/>
            <a:ext cx="2283540" cy="22835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2" name="Рисунок 151">
            <a:extLst>
              <a:ext uri="{FF2B5EF4-FFF2-40B4-BE49-F238E27FC236}">
                <a16:creationId xmlns:a16="http://schemas.microsoft.com/office/drawing/2014/main" id="{D21F8EB1-057D-0729-4A8A-656A365811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175" y="2921167"/>
            <a:ext cx="1015663" cy="1015663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C6F70806-1ECF-379D-904A-865CCD713294}"/>
              </a:ext>
            </a:extLst>
          </p:cNvPr>
          <p:cNvSpPr txBox="1"/>
          <p:nvPr/>
        </p:nvSpPr>
        <p:spPr>
          <a:xfrm>
            <a:off x="4958838" y="2921168"/>
            <a:ext cx="38671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latin typeface="Franklin Gothic Heavy" panose="020B0903020102020204" pitchFamily="34" charset="0"/>
              </a:rPr>
              <a:t>PostalApp</a:t>
            </a:r>
            <a:endParaRPr lang="ru-RU" sz="60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B53AC2D-310B-BB5A-4A2E-F9B31886824A}"/>
              </a:ext>
            </a:extLst>
          </p:cNvPr>
          <p:cNvSpPr txBox="1"/>
          <p:nvPr/>
        </p:nvSpPr>
        <p:spPr>
          <a:xfrm>
            <a:off x="4443401" y="3829667"/>
            <a:ext cx="38671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Franklin Gothic Heavy" panose="020B0903020102020204" pitchFamily="34" charset="0"/>
              </a:rPr>
              <a:t>Tap to continue…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91236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3140A0-D660-89F9-5821-BF462CEDE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Овал 14">
            <a:extLst>
              <a:ext uri="{FF2B5EF4-FFF2-40B4-BE49-F238E27FC236}">
                <a16:creationId xmlns:a16="http://schemas.microsoft.com/office/drawing/2014/main" id="{B1A866E3-8656-6ACD-FA16-8FF27E57D385}"/>
              </a:ext>
            </a:extLst>
          </p:cNvPr>
          <p:cNvSpPr/>
          <p:nvPr/>
        </p:nvSpPr>
        <p:spPr>
          <a:xfrm>
            <a:off x="17468982" y="784874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A7EA3DC7-5DCF-1DBF-8500-CCDEB13B3DC2}"/>
              </a:ext>
            </a:extLst>
          </p:cNvPr>
          <p:cNvSpPr/>
          <p:nvPr/>
        </p:nvSpPr>
        <p:spPr>
          <a:xfrm>
            <a:off x="7039965" y="10945608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ACB9B667-008C-3080-DA85-7608CA70B18C}"/>
              </a:ext>
            </a:extLst>
          </p:cNvPr>
          <p:cNvSpPr/>
          <p:nvPr/>
        </p:nvSpPr>
        <p:spPr>
          <a:xfrm>
            <a:off x="1608963" y="11093391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5AA7FF66-FC66-96C5-65B7-E394789D12D4}"/>
              </a:ext>
            </a:extLst>
          </p:cNvPr>
          <p:cNvSpPr/>
          <p:nvPr/>
        </p:nvSpPr>
        <p:spPr>
          <a:xfrm>
            <a:off x="-4658230" y="5906260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B662B31B-6653-FFA5-C848-1E3588CF631D}"/>
              </a:ext>
            </a:extLst>
          </p:cNvPr>
          <p:cNvSpPr/>
          <p:nvPr/>
        </p:nvSpPr>
        <p:spPr>
          <a:xfrm>
            <a:off x="9626063" y="-3532698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EC8DF70F-213F-5758-1672-02D6A4BFA06E}"/>
              </a:ext>
            </a:extLst>
          </p:cNvPr>
          <p:cNvSpPr/>
          <p:nvPr/>
        </p:nvSpPr>
        <p:spPr>
          <a:xfrm>
            <a:off x="10835287" y="10741271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B428D642-148D-07E9-694B-021913578B4D}"/>
              </a:ext>
            </a:extLst>
          </p:cNvPr>
          <p:cNvSpPr/>
          <p:nvPr/>
        </p:nvSpPr>
        <p:spPr>
          <a:xfrm>
            <a:off x="18128970" y="4757728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8E9CC275-40CF-5D68-EB17-E0F49356A34A}"/>
              </a:ext>
            </a:extLst>
          </p:cNvPr>
          <p:cNvSpPr/>
          <p:nvPr/>
        </p:nvSpPr>
        <p:spPr>
          <a:xfrm>
            <a:off x="5898189" y="-3884818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FDB487BE-EAC1-5D97-3534-BC27CF5BE331}"/>
              </a:ext>
            </a:extLst>
          </p:cNvPr>
          <p:cNvSpPr/>
          <p:nvPr/>
        </p:nvSpPr>
        <p:spPr>
          <a:xfrm>
            <a:off x="-4456964" y="432754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225D0AC2-49CA-FF8A-E7D5-CFE6E7BC8477}"/>
              </a:ext>
            </a:extLst>
          </p:cNvPr>
          <p:cNvSpPr/>
          <p:nvPr/>
        </p:nvSpPr>
        <p:spPr>
          <a:xfrm>
            <a:off x="2313203" y="-3840557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66EC2F2-13F6-3DBB-6F96-2013CCB62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3175" y="2921167"/>
            <a:ext cx="1015663" cy="101566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156D0F1-393A-A880-857E-798A41E90F09}"/>
              </a:ext>
            </a:extLst>
          </p:cNvPr>
          <p:cNvSpPr txBox="1"/>
          <p:nvPr/>
        </p:nvSpPr>
        <p:spPr>
          <a:xfrm>
            <a:off x="4958838" y="2921168"/>
            <a:ext cx="38671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>
                <a:latin typeface="Franklin Gothic Heavy" panose="020B0903020102020204" pitchFamily="34" charset="0"/>
              </a:rPr>
              <a:t>PostalApp</a:t>
            </a:r>
            <a:endParaRPr lang="ru-RU" sz="6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635125C-1378-358C-FAB5-6F64A8402085}"/>
              </a:ext>
            </a:extLst>
          </p:cNvPr>
          <p:cNvSpPr txBox="1"/>
          <p:nvPr/>
        </p:nvSpPr>
        <p:spPr>
          <a:xfrm>
            <a:off x="4443401" y="3829667"/>
            <a:ext cx="38671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Franklin Gothic Heavy" panose="020B0903020102020204" pitchFamily="34" charset="0"/>
              </a:rPr>
              <a:t>Tap to continue…</a:t>
            </a:r>
            <a:endParaRPr lang="ru-RU" sz="2000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4C05C50-9BAF-1A2C-E693-2BD567533A8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E66B4953-3A6E-37BF-8D53-6317B2819A15}"/>
              </a:ext>
            </a:extLst>
          </p:cNvPr>
          <p:cNvSpPr/>
          <p:nvPr/>
        </p:nvSpPr>
        <p:spPr>
          <a:xfrm>
            <a:off x="3581665" y="-1483236"/>
            <a:ext cx="4633047" cy="563648"/>
          </a:xfrm>
          <a:prstGeom prst="roundRect">
            <a:avLst/>
          </a:prstGeom>
          <a:ln>
            <a:solidFill>
              <a:schemeClr val="bg1"/>
            </a:solidFill>
          </a:ln>
          <a:effectLst>
            <a:innerShdw blurRad="381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Franklin Gothic Heavy" panose="020B0903020102020204" pitchFamily="34" charset="0"/>
              </a:rPr>
              <a:t>Министерство просвещения РБ</a:t>
            </a:r>
          </a:p>
        </p:txBody>
      </p:sp>
      <p:sp useBgFill="1"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41CD0720-B1CA-3709-E846-692AA55C41EA}"/>
              </a:ext>
            </a:extLst>
          </p:cNvPr>
          <p:cNvSpPr/>
          <p:nvPr/>
        </p:nvSpPr>
        <p:spPr>
          <a:xfrm>
            <a:off x="5206309" y="8091071"/>
            <a:ext cx="1383757" cy="548159"/>
          </a:xfrm>
          <a:prstGeom prst="roundRect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Franklin Gothic Heavy" panose="020B0903020102020204" pitchFamily="34" charset="0"/>
              </a:rPr>
              <a:t>2026г</a:t>
            </a:r>
          </a:p>
        </p:txBody>
      </p:sp>
      <p:sp useBgFill="1"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6448E30F-80F7-F449-34D2-947E8C7D9444}"/>
              </a:ext>
            </a:extLst>
          </p:cNvPr>
          <p:cNvSpPr/>
          <p:nvPr/>
        </p:nvSpPr>
        <p:spPr>
          <a:xfrm>
            <a:off x="-4201608" y="4662745"/>
            <a:ext cx="3175357" cy="563648"/>
          </a:xfrm>
          <a:prstGeom prst="roundRect">
            <a:avLst/>
          </a:prstGeom>
          <a:ln>
            <a:solidFill>
              <a:schemeClr val="bg1"/>
            </a:solidFill>
          </a:ln>
          <a:effectLst>
            <a:innerShdw blurRad="381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latin typeface="Franklin Gothic Heavy" panose="020B0903020102020204" pitchFamily="34" charset="0"/>
              </a:rPr>
              <a:t>Выполнил: Рожков В.Е.</a:t>
            </a:r>
          </a:p>
        </p:txBody>
      </p:sp>
      <p:sp useBgFill="1"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409C842-5B67-14F0-9C1C-3AF762A55D60}"/>
              </a:ext>
            </a:extLst>
          </p:cNvPr>
          <p:cNvSpPr/>
          <p:nvPr/>
        </p:nvSpPr>
        <p:spPr>
          <a:xfrm>
            <a:off x="-4201608" y="5375940"/>
            <a:ext cx="3758189" cy="563648"/>
          </a:xfrm>
          <a:prstGeom prst="roundRect">
            <a:avLst/>
          </a:prstGeom>
          <a:ln>
            <a:solidFill>
              <a:schemeClr val="bg1"/>
            </a:solidFill>
          </a:ln>
          <a:effectLst>
            <a:innerShdw blurRad="381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latin typeface="Franklin Gothic Heavy" panose="020B0903020102020204" pitchFamily="34" charset="0"/>
              </a:rPr>
              <a:t>Руководитель: Мурзина К.С. </a:t>
            </a:r>
          </a:p>
        </p:txBody>
      </p:sp>
    </p:spTree>
    <p:extLst>
      <p:ext uri="{BB962C8B-B14F-4D97-AF65-F5344CB8AC3E}">
        <p14:creationId xmlns:p14="http://schemas.microsoft.com/office/powerpoint/2010/main" val="42630519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23C93-EDE4-1BF8-497D-0E4DDEBE5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7C5C710-20F6-5EDD-71D7-80A8934A1B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38165D3B-287F-D2C1-DA82-4DFF5261DAB6}"/>
              </a:ext>
            </a:extLst>
          </p:cNvPr>
          <p:cNvSpPr/>
          <p:nvPr/>
        </p:nvSpPr>
        <p:spPr>
          <a:xfrm>
            <a:off x="2246571" y="1573908"/>
            <a:ext cx="7466394" cy="2537622"/>
          </a:xfrm>
          <a:prstGeom prst="roundRect">
            <a:avLst/>
          </a:prstGeom>
          <a:ln>
            <a:solidFill>
              <a:schemeClr val="bg1"/>
            </a:solidFill>
          </a:ln>
          <a:effectLst>
            <a:innerShdw blurRad="635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4859F7-DD24-9A38-AD30-DFF74209C350}"/>
              </a:ext>
            </a:extLst>
          </p:cNvPr>
          <p:cNvSpPr txBox="1"/>
          <p:nvPr/>
        </p:nvSpPr>
        <p:spPr>
          <a:xfrm>
            <a:off x="2603219" y="2251373"/>
            <a:ext cx="67504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Разработка программных модулей для системы учёта доставочных участков для почтальонов отделения почтовой связи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17E5E36D-13FB-EDB9-FE8D-CE774C55F6E9}"/>
              </a:ext>
            </a:extLst>
          </p:cNvPr>
          <p:cNvCxnSpPr>
            <a:cxnSpLocks/>
          </p:cNvCxnSpPr>
          <p:nvPr/>
        </p:nvCxnSpPr>
        <p:spPr>
          <a:xfrm>
            <a:off x="2707811" y="1984248"/>
            <a:ext cx="6645827" cy="55989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6" name="Овал 5">
            <a:extLst>
              <a:ext uri="{FF2B5EF4-FFF2-40B4-BE49-F238E27FC236}">
                <a16:creationId xmlns:a16="http://schemas.microsoft.com/office/drawing/2014/main" id="{32AFC36F-0747-44B3-F0A3-7D400A80F0A8}"/>
              </a:ext>
            </a:extLst>
          </p:cNvPr>
          <p:cNvSpPr/>
          <p:nvPr/>
        </p:nvSpPr>
        <p:spPr>
          <a:xfrm>
            <a:off x="5669428" y="1732331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861BEB9-4DA7-9529-C462-B8CF6E913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471" y="1805659"/>
            <a:ext cx="463917" cy="463917"/>
          </a:xfrm>
          <a:prstGeom prst="rect">
            <a:avLst/>
          </a:prstGeom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43D3D21D-E8DF-0933-A6B2-F2DC73E91A0F}"/>
              </a:ext>
            </a:extLst>
          </p:cNvPr>
          <p:cNvSpPr/>
          <p:nvPr/>
        </p:nvSpPr>
        <p:spPr>
          <a:xfrm>
            <a:off x="9676871" y="1728892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83C6D320-C699-E4F6-73DE-E19A71DCE9FD}"/>
              </a:ext>
            </a:extLst>
          </p:cNvPr>
          <p:cNvSpPr/>
          <p:nvPr/>
        </p:nvSpPr>
        <p:spPr>
          <a:xfrm>
            <a:off x="5746471" y="4054606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3E7DDA73-462A-E4D6-B8EC-0CC74D3E5B22}"/>
              </a:ext>
            </a:extLst>
          </p:cNvPr>
          <p:cNvSpPr/>
          <p:nvPr/>
        </p:nvSpPr>
        <p:spPr>
          <a:xfrm>
            <a:off x="3746662" y="4025038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41E5069C-A341-8F4E-041B-9B2EFC12E7C9}"/>
              </a:ext>
            </a:extLst>
          </p:cNvPr>
          <p:cNvSpPr/>
          <p:nvPr/>
        </p:nvSpPr>
        <p:spPr>
          <a:xfrm>
            <a:off x="2027309" y="3530608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30B7EFAB-9C0A-55B1-4D6E-00EEFAAF3A64}"/>
              </a:ext>
            </a:extLst>
          </p:cNvPr>
          <p:cNvSpPr/>
          <p:nvPr/>
        </p:nvSpPr>
        <p:spPr>
          <a:xfrm>
            <a:off x="8382353" y="1376250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E9521666-1D92-042D-31B1-8AA30777AC2E}"/>
              </a:ext>
            </a:extLst>
          </p:cNvPr>
          <p:cNvSpPr/>
          <p:nvPr/>
        </p:nvSpPr>
        <p:spPr>
          <a:xfrm>
            <a:off x="8126030" y="4054606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4D286BC8-F8AD-D968-9F7C-45C27EFB6966}"/>
              </a:ext>
            </a:extLst>
          </p:cNvPr>
          <p:cNvSpPr/>
          <p:nvPr/>
        </p:nvSpPr>
        <p:spPr>
          <a:xfrm>
            <a:off x="9632566" y="3712401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5721379F-CA31-B6C3-A300-F0F3CF30BF26}"/>
              </a:ext>
            </a:extLst>
          </p:cNvPr>
          <p:cNvSpPr/>
          <p:nvPr/>
        </p:nvSpPr>
        <p:spPr>
          <a:xfrm>
            <a:off x="6247587" y="1408003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FF1C4EEE-C378-988E-269E-D213C3A18D7A}"/>
              </a:ext>
            </a:extLst>
          </p:cNvPr>
          <p:cNvSpPr/>
          <p:nvPr/>
        </p:nvSpPr>
        <p:spPr>
          <a:xfrm>
            <a:off x="2116219" y="2037617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92A48470-11AD-0B37-1DEE-5AF6CE5EC953}"/>
              </a:ext>
            </a:extLst>
          </p:cNvPr>
          <p:cNvSpPr/>
          <p:nvPr/>
        </p:nvSpPr>
        <p:spPr>
          <a:xfrm>
            <a:off x="3618984" y="1358236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C60E54EE-A1CA-D355-4409-38FFD2D29DEA}"/>
              </a:ext>
            </a:extLst>
          </p:cNvPr>
          <p:cNvSpPr/>
          <p:nvPr/>
        </p:nvSpPr>
        <p:spPr>
          <a:xfrm>
            <a:off x="3589118" y="123550"/>
            <a:ext cx="4633047" cy="563648"/>
          </a:xfrm>
          <a:prstGeom prst="roundRect">
            <a:avLst/>
          </a:prstGeom>
          <a:ln>
            <a:solidFill>
              <a:schemeClr val="bg1"/>
            </a:solidFill>
          </a:ln>
          <a:effectLst>
            <a:innerShdw blurRad="381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Franklin Gothic Heavy" panose="020B0903020102020204" pitchFamily="34" charset="0"/>
              </a:rPr>
              <a:t>Министерство просвещения РБ</a:t>
            </a:r>
          </a:p>
        </p:txBody>
      </p:sp>
      <p:sp useBgFill="1"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598801A6-9425-A947-FF08-B54B5242B43F}"/>
              </a:ext>
            </a:extLst>
          </p:cNvPr>
          <p:cNvSpPr/>
          <p:nvPr/>
        </p:nvSpPr>
        <p:spPr>
          <a:xfrm>
            <a:off x="5213762" y="6134094"/>
            <a:ext cx="1383757" cy="548159"/>
          </a:xfrm>
          <a:prstGeom prst="roundRect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Franklin Gothic Heavy" panose="020B0903020102020204" pitchFamily="34" charset="0"/>
              </a:rPr>
              <a:t>2026г</a:t>
            </a: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B4BE7DB-6F2C-FFEE-C8C7-16C4C714C82C}"/>
              </a:ext>
            </a:extLst>
          </p:cNvPr>
          <p:cNvSpPr/>
          <p:nvPr/>
        </p:nvSpPr>
        <p:spPr>
          <a:xfrm>
            <a:off x="413761" y="4690419"/>
            <a:ext cx="3175357" cy="563648"/>
          </a:xfrm>
          <a:prstGeom prst="roundRect">
            <a:avLst/>
          </a:prstGeom>
          <a:ln>
            <a:solidFill>
              <a:schemeClr val="bg1"/>
            </a:solidFill>
          </a:ln>
          <a:effectLst>
            <a:innerShdw blurRad="381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latin typeface="Franklin Gothic Heavy" panose="020B0903020102020204" pitchFamily="34" charset="0"/>
              </a:rPr>
              <a:t>Выполнил: Рожков В.Е.</a:t>
            </a:r>
          </a:p>
        </p:txBody>
      </p:sp>
      <p:sp useBgFill="1"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EC4D9D5-E6CC-8D74-C42E-AF343D61F160}"/>
              </a:ext>
            </a:extLst>
          </p:cNvPr>
          <p:cNvSpPr/>
          <p:nvPr/>
        </p:nvSpPr>
        <p:spPr>
          <a:xfrm>
            <a:off x="413761" y="5403614"/>
            <a:ext cx="3758189" cy="563648"/>
          </a:xfrm>
          <a:prstGeom prst="roundRect">
            <a:avLst/>
          </a:prstGeom>
          <a:ln>
            <a:solidFill>
              <a:schemeClr val="bg1"/>
            </a:solidFill>
          </a:ln>
          <a:effectLst>
            <a:innerShdw blurRad="381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latin typeface="Franklin Gothic Heavy" panose="020B0903020102020204" pitchFamily="34" charset="0"/>
              </a:rPr>
              <a:t>Руководитель: Мурзина К.С. </a:t>
            </a:r>
          </a:p>
        </p:txBody>
      </p:sp>
    </p:spTree>
    <p:extLst>
      <p:ext uri="{BB962C8B-B14F-4D97-AF65-F5344CB8AC3E}">
        <p14:creationId xmlns:p14="http://schemas.microsoft.com/office/powerpoint/2010/main" val="4226354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3A47B87-5E82-37CB-8F20-4A19FF4850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355792D0-FD46-3AEB-5C04-E4270C8588D0}"/>
              </a:ext>
            </a:extLst>
          </p:cNvPr>
          <p:cNvSpPr/>
          <p:nvPr/>
        </p:nvSpPr>
        <p:spPr>
          <a:xfrm>
            <a:off x="244863" y="1598626"/>
            <a:ext cx="5756964" cy="4903462"/>
          </a:xfrm>
          <a:prstGeom prst="roundRect">
            <a:avLst>
              <a:gd name="adj" fmla="val 11612"/>
            </a:avLst>
          </a:prstGeom>
          <a:ln>
            <a:solidFill>
              <a:schemeClr val="bg1"/>
            </a:solidFill>
          </a:ln>
          <a:effectLst>
            <a:innerShdw blurRad="635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919AF1-7577-4BD9-7983-17FBDD7586AD}"/>
              </a:ext>
            </a:extLst>
          </p:cNvPr>
          <p:cNvSpPr txBox="1"/>
          <p:nvPr/>
        </p:nvSpPr>
        <p:spPr>
          <a:xfrm>
            <a:off x="469394" y="2916110"/>
            <a:ext cx="530244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Процесс управления доставочными участками почтальонов в отделениях почтовой связи Месягутовского почтамта, включая формирование и редактирование участков, распределение нагрузки между сотрудниками, а также учёт читателей и подписок</a:t>
            </a:r>
            <a:endParaRPr lang="ru-RU" sz="36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C96CE15-0AEC-C14F-5C50-ADA5824C60DF}"/>
              </a:ext>
            </a:extLst>
          </p:cNvPr>
          <p:cNvCxnSpPr>
            <a:cxnSpLocks/>
          </p:cNvCxnSpPr>
          <p:nvPr/>
        </p:nvCxnSpPr>
        <p:spPr>
          <a:xfrm>
            <a:off x="497752" y="2686771"/>
            <a:ext cx="5138958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6" name="Овал 5">
            <a:extLst>
              <a:ext uri="{FF2B5EF4-FFF2-40B4-BE49-F238E27FC236}">
                <a16:creationId xmlns:a16="http://schemas.microsoft.com/office/drawing/2014/main" id="{CABA7801-4ECE-39BA-93A5-0F7D1BCB7949}"/>
              </a:ext>
            </a:extLst>
          </p:cNvPr>
          <p:cNvSpPr/>
          <p:nvPr/>
        </p:nvSpPr>
        <p:spPr>
          <a:xfrm>
            <a:off x="2841363" y="2378865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4D86E22-42DF-B667-13B1-325CF40156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406" y="2452193"/>
            <a:ext cx="463917" cy="463917"/>
          </a:xfrm>
          <a:prstGeom prst="rect">
            <a:avLst/>
          </a:prstGeom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B30807A8-CEB7-CC16-1470-1BE5886D05DC}"/>
              </a:ext>
            </a:extLst>
          </p:cNvPr>
          <p:cNvSpPr/>
          <p:nvPr/>
        </p:nvSpPr>
        <p:spPr>
          <a:xfrm>
            <a:off x="11371616" y="5385940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AFB93BA7-0912-8B36-A89C-551F5DBA999D}"/>
              </a:ext>
            </a:extLst>
          </p:cNvPr>
          <p:cNvSpPr/>
          <p:nvPr/>
        </p:nvSpPr>
        <p:spPr>
          <a:xfrm>
            <a:off x="6637256" y="6382487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25D331D3-1213-C6BD-EE15-34CF3B75E80B}"/>
              </a:ext>
            </a:extLst>
          </p:cNvPr>
          <p:cNvSpPr/>
          <p:nvPr/>
        </p:nvSpPr>
        <p:spPr>
          <a:xfrm>
            <a:off x="7314886" y="5385940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3571A122-2E40-FBDA-88D4-E029345FD216}"/>
              </a:ext>
            </a:extLst>
          </p:cNvPr>
          <p:cNvSpPr/>
          <p:nvPr/>
        </p:nvSpPr>
        <p:spPr>
          <a:xfrm>
            <a:off x="2992937" y="6559795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75BE9A81-0691-D3FA-126A-0E72EB99CC33}"/>
              </a:ext>
            </a:extLst>
          </p:cNvPr>
          <p:cNvSpPr/>
          <p:nvPr/>
        </p:nvSpPr>
        <p:spPr>
          <a:xfrm>
            <a:off x="10045142" y="318882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9A508BE5-8575-A139-37FC-064BDE4993F0}"/>
              </a:ext>
            </a:extLst>
          </p:cNvPr>
          <p:cNvSpPr/>
          <p:nvPr/>
        </p:nvSpPr>
        <p:spPr>
          <a:xfrm>
            <a:off x="8723538" y="5652692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2ED799E5-9978-8685-341D-93C49B34FA4F}"/>
              </a:ext>
            </a:extLst>
          </p:cNvPr>
          <p:cNvSpPr/>
          <p:nvPr/>
        </p:nvSpPr>
        <p:spPr>
          <a:xfrm>
            <a:off x="9518468" y="6424461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A424F381-404C-BBEB-1E08-E274704187C3}"/>
              </a:ext>
            </a:extLst>
          </p:cNvPr>
          <p:cNvSpPr/>
          <p:nvPr/>
        </p:nvSpPr>
        <p:spPr>
          <a:xfrm>
            <a:off x="5022571" y="344385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A490BF57-63A3-A456-A095-0842A9382E04}"/>
              </a:ext>
            </a:extLst>
          </p:cNvPr>
          <p:cNvSpPr/>
          <p:nvPr/>
        </p:nvSpPr>
        <p:spPr>
          <a:xfrm>
            <a:off x="770352" y="645705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11DC4376-5D86-5225-1FC3-C1D8195E46AA}"/>
              </a:ext>
            </a:extLst>
          </p:cNvPr>
          <p:cNvSpPr/>
          <p:nvPr/>
        </p:nvSpPr>
        <p:spPr>
          <a:xfrm>
            <a:off x="3022686" y="599741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F09CF2F-9FA8-8E6B-5FFA-3849936443FF}"/>
              </a:ext>
            </a:extLst>
          </p:cNvPr>
          <p:cNvSpPr/>
          <p:nvPr/>
        </p:nvSpPr>
        <p:spPr>
          <a:xfrm>
            <a:off x="3620661" y="-3310118"/>
            <a:ext cx="4633047" cy="563648"/>
          </a:xfrm>
          <a:prstGeom prst="roundRect">
            <a:avLst/>
          </a:prstGeom>
          <a:ln>
            <a:solidFill>
              <a:schemeClr val="bg1"/>
            </a:solidFill>
          </a:ln>
          <a:effectLst>
            <a:innerShdw blurRad="381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Franklin Gothic Heavy" panose="020B0903020102020204" pitchFamily="34" charset="0"/>
              </a:rPr>
              <a:t>Министерство просвещения РБ</a:t>
            </a:r>
          </a:p>
        </p:txBody>
      </p:sp>
      <p:sp useBgFill="1"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FC722F2-29F8-5DF7-26A8-1A780D14DC52}"/>
              </a:ext>
            </a:extLst>
          </p:cNvPr>
          <p:cNvSpPr/>
          <p:nvPr/>
        </p:nvSpPr>
        <p:spPr>
          <a:xfrm>
            <a:off x="9804549" y="6106250"/>
            <a:ext cx="2165603" cy="548159"/>
          </a:xfrm>
          <a:prstGeom prst="roundRect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bg1"/>
                </a:solidFill>
                <a:latin typeface="Franklin Gothic Heavy" panose="020B0903020102020204" pitchFamily="34" charset="0"/>
              </a:rPr>
              <a:t>© 2026 PostalApp</a:t>
            </a:r>
            <a:endParaRPr lang="ru-RU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CA6B20B4-48B6-51ED-B2D4-B91E2A5EFF7E}"/>
              </a:ext>
            </a:extLst>
          </p:cNvPr>
          <p:cNvSpPr/>
          <p:nvPr/>
        </p:nvSpPr>
        <p:spPr>
          <a:xfrm>
            <a:off x="-5301239" y="4595169"/>
            <a:ext cx="3175357" cy="563648"/>
          </a:xfrm>
          <a:prstGeom prst="roundRect">
            <a:avLst/>
          </a:prstGeom>
          <a:ln>
            <a:solidFill>
              <a:schemeClr val="bg1"/>
            </a:solidFill>
          </a:ln>
          <a:effectLst>
            <a:innerShdw blurRad="381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latin typeface="Franklin Gothic Heavy" panose="020B0903020102020204" pitchFamily="34" charset="0"/>
              </a:rPr>
              <a:t>Выполнил: Рожков В.Е.</a:t>
            </a:r>
          </a:p>
        </p:txBody>
      </p:sp>
      <p:sp useBgFill="1"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301F1CF7-9B5F-AD6F-4BBD-9BE5EDDA37B6}"/>
              </a:ext>
            </a:extLst>
          </p:cNvPr>
          <p:cNvSpPr/>
          <p:nvPr/>
        </p:nvSpPr>
        <p:spPr>
          <a:xfrm>
            <a:off x="-5301239" y="5308364"/>
            <a:ext cx="3758189" cy="563648"/>
          </a:xfrm>
          <a:prstGeom prst="roundRect">
            <a:avLst/>
          </a:prstGeom>
          <a:ln>
            <a:solidFill>
              <a:schemeClr val="bg1"/>
            </a:solidFill>
          </a:ln>
          <a:effectLst>
            <a:innerShdw blurRad="381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000" dirty="0">
                <a:latin typeface="Franklin Gothic Heavy" panose="020B0903020102020204" pitchFamily="34" charset="0"/>
              </a:rPr>
              <a:t>Руководитель: Мурзина К.С.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68F13E-C554-A717-D1FF-3D5AAD48D479}"/>
              </a:ext>
            </a:extLst>
          </p:cNvPr>
          <p:cNvSpPr txBox="1"/>
          <p:nvPr/>
        </p:nvSpPr>
        <p:spPr>
          <a:xfrm>
            <a:off x="469394" y="1753195"/>
            <a:ext cx="5302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Объект исследования</a:t>
            </a:r>
          </a:p>
        </p:txBody>
      </p:sp>
      <p:sp useBgFill="1"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B8AD4EDD-AE24-6680-57B5-DCEF91D66490}"/>
              </a:ext>
            </a:extLst>
          </p:cNvPr>
          <p:cNvSpPr/>
          <p:nvPr/>
        </p:nvSpPr>
        <p:spPr>
          <a:xfrm>
            <a:off x="6254716" y="583981"/>
            <a:ext cx="5756964" cy="4473334"/>
          </a:xfrm>
          <a:prstGeom prst="roundRect">
            <a:avLst>
              <a:gd name="adj" fmla="val 11612"/>
            </a:avLst>
          </a:prstGeom>
          <a:ln>
            <a:solidFill>
              <a:schemeClr val="bg1"/>
            </a:solidFill>
          </a:ln>
          <a:effectLst>
            <a:innerShdw blurRad="635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0134A9-8E59-F20B-4381-A9D3795F1CA7}"/>
              </a:ext>
            </a:extLst>
          </p:cNvPr>
          <p:cNvSpPr txBox="1"/>
          <p:nvPr/>
        </p:nvSpPr>
        <p:spPr>
          <a:xfrm>
            <a:off x="6479247" y="1901465"/>
            <a:ext cx="530244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методы и программные средства автоматизации процессов формирования и балансировки доставочных участков, реализованные в виде комплекса программных модулей с картографической визуализацией и интеграцией с базой данных</a:t>
            </a:r>
            <a:endParaRPr lang="ru-RU" sz="44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6AAA3E94-DE48-8E00-B4AD-6115F5A33CBE}"/>
              </a:ext>
            </a:extLst>
          </p:cNvPr>
          <p:cNvCxnSpPr>
            <a:cxnSpLocks/>
          </p:cNvCxnSpPr>
          <p:nvPr/>
        </p:nvCxnSpPr>
        <p:spPr>
          <a:xfrm>
            <a:off x="6507605" y="1672126"/>
            <a:ext cx="5138958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3" name="Овал 22">
            <a:extLst>
              <a:ext uri="{FF2B5EF4-FFF2-40B4-BE49-F238E27FC236}">
                <a16:creationId xmlns:a16="http://schemas.microsoft.com/office/drawing/2014/main" id="{3480DE7F-7B30-0FB7-EDCD-1CF12D1F04E7}"/>
              </a:ext>
            </a:extLst>
          </p:cNvPr>
          <p:cNvSpPr/>
          <p:nvPr/>
        </p:nvSpPr>
        <p:spPr>
          <a:xfrm>
            <a:off x="8851216" y="1364220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0B56D15A-46BF-6855-F2C4-586FBAEBA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8259" y="1437548"/>
            <a:ext cx="463917" cy="463917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4E08E17-78E5-AB65-2F5E-8801EA28ED4A}"/>
              </a:ext>
            </a:extLst>
          </p:cNvPr>
          <p:cNvSpPr txBox="1"/>
          <p:nvPr/>
        </p:nvSpPr>
        <p:spPr>
          <a:xfrm>
            <a:off x="6479247" y="738550"/>
            <a:ext cx="5302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Предмет исследования</a:t>
            </a:r>
          </a:p>
        </p:txBody>
      </p:sp>
    </p:spTree>
    <p:extLst>
      <p:ext uri="{BB962C8B-B14F-4D97-AF65-F5344CB8AC3E}">
        <p14:creationId xmlns:p14="http://schemas.microsoft.com/office/powerpoint/2010/main" val="384987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EEFE1-CE3D-0B3A-9D8C-9939E335B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094AF07-F815-0661-3FF5-6297D5FE70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F2BF057-1A0D-00B6-1E04-8E55D81983BA}"/>
              </a:ext>
            </a:extLst>
          </p:cNvPr>
          <p:cNvSpPr/>
          <p:nvPr/>
        </p:nvSpPr>
        <p:spPr>
          <a:xfrm>
            <a:off x="1816240" y="400093"/>
            <a:ext cx="8356700" cy="5228907"/>
          </a:xfrm>
          <a:prstGeom prst="roundRect">
            <a:avLst>
              <a:gd name="adj" fmla="val 11612"/>
            </a:avLst>
          </a:prstGeom>
          <a:ln>
            <a:solidFill>
              <a:schemeClr val="bg1"/>
            </a:solidFill>
          </a:ln>
          <a:effectLst>
            <a:innerShdw blurRad="635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EB936F-992A-E809-2967-E7613BEEA878}"/>
              </a:ext>
            </a:extLst>
          </p:cNvPr>
          <p:cNvSpPr txBox="1"/>
          <p:nvPr/>
        </p:nvSpPr>
        <p:spPr>
          <a:xfrm>
            <a:off x="2179171" y="1717578"/>
            <a:ext cx="762537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Целью данной выпускной квалификационной </a:t>
            </a:r>
            <a:r>
              <a:rPr lang="ru-RU" sz="2400" b="1" dirty="0">
                <a:solidFill>
                  <a:schemeClr val="bg1"/>
                </a:solidFill>
                <a:latin typeface="Franklin Gothic Heavy" panose="020B0903020102020204" pitchFamily="34" charset="0"/>
              </a:rPr>
              <a:t>работы</a:t>
            </a:r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 является разработать комплекс программных модулей, автоматизирующих процессы учёта и оптимизации доставочных участков для почтальонов отделения почтовой связи. Разработанный комплекс включает два настольных Windows-приложения, </a:t>
            </a:r>
            <a:r>
              <a:rPr lang="ru-RU" sz="24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RESTful</a:t>
            </a:r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 API-сервер, вспомогательный веб-сайт и инструменты для управления выпуском обновлений</a:t>
            </a:r>
            <a:endParaRPr lang="ru-RU" sz="44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E9BDE360-4249-AA57-9F53-F9B1A3093378}"/>
              </a:ext>
            </a:extLst>
          </p:cNvPr>
          <p:cNvCxnSpPr>
            <a:cxnSpLocks/>
          </p:cNvCxnSpPr>
          <p:nvPr/>
        </p:nvCxnSpPr>
        <p:spPr>
          <a:xfrm flipV="1">
            <a:off x="2400300" y="1488239"/>
            <a:ext cx="7200900" cy="35376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6" name="Овал 5">
            <a:extLst>
              <a:ext uri="{FF2B5EF4-FFF2-40B4-BE49-F238E27FC236}">
                <a16:creationId xmlns:a16="http://schemas.microsoft.com/office/drawing/2014/main" id="{9B4362CC-1B96-4890-D15F-E91CD4CD4A1A}"/>
              </a:ext>
            </a:extLst>
          </p:cNvPr>
          <p:cNvSpPr/>
          <p:nvPr/>
        </p:nvSpPr>
        <p:spPr>
          <a:xfrm>
            <a:off x="5712608" y="1180333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4D18A8C-A60D-94A6-DC9A-5C9A6C139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651" y="1253661"/>
            <a:ext cx="463917" cy="463917"/>
          </a:xfrm>
          <a:prstGeom prst="rect">
            <a:avLst/>
          </a:prstGeom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3CED5A8C-59AE-9223-D3A7-1B3463460B5F}"/>
              </a:ext>
            </a:extLst>
          </p:cNvPr>
          <p:cNvSpPr/>
          <p:nvPr/>
        </p:nvSpPr>
        <p:spPr>
          <a:xfrm>
            <a:off x="11029126" y="3355048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F7F27E60-590D-F1EF-0C28-DC7949CBB23A}"/>
              </a:ext>
            </a:extLst>
          </p:cNvPr>
          <p:cNvSpPr/>
          <p:nvPr/>
        </p:nvSpPr>
        <p:spPr>
          <a:xfrm>
            <a:off x="4056415" y="6152818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C658FE65-9976-479F-2BE7-71F8A290538D}"/>
              </a:ext>
            </a:extLst>
          </p:cNvPr>
          <p:cNvSpPr/>
          <p:nvPr/>
        </p:nvSpPr>
        <p:spPr>
          <a:xfrm>
            <a:off x="6650320" y="6350146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0C50D8DC-CBB2-5E3C-3399-FDA0E0498521}"/>
              </a:ext>
            </a:extLst>
          </p:cNvPr>
          <p:cNvSpPr/>
          <p:nvPr/>
        </p:nvSpPr>
        <p:spPr>
          <a:xfrm>
            <a:off x="1190541" y="5908981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CE0C97CF-C0D5-0C5B-7D0B-BD3DFAFF72A8}"/>
              </a:ext>
            </a:extLst>
          </p:cNvPr>
          <p:cNvSpPr/>
          <p:nvPr/>
        </p:nvSpPr>
        <p:spPr>
          <a:xfrm>
            <a:off x="11176672" y="641743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C6A14123-F6E2-5E5F-6317-4076CF666BCF}"/>
              </a:ext>
            </a:extLst>
          </p:cNvPr>
          <p:cNvSpPr/>
          <p:nvPr/>
        </p:nvSpPr>
        <p:spPr>
          <a:xfrm>
            <a:off x="10530862" y="5190663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DDD87FB2-4360-8580-B66A-8780125980E7}"/>
              </a:ext>
            </a:extLst>
          </p:cNvPr>
          <p:cNvSpPr/>
          <p:nvPr/>
        </p:nvSpPr>
        <p:spPr>
          <a:xfrm>
            <a:off x="8878897" y="6280496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22A24E47-CA92-ADE3-5CDF-FA54B0D38EE6}"/>
              </a:ext>
            </a:extLst>
          </p:cNvPr>
          <p:cNvSpPr/>
          <p:nvPr/>
        </p:nvSpPr>
        <p:spPr>
          <a:xfrm>
            <a:off x="6119013" y="0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32F5946C-2647-5A2F-F5D7-D3F4DB92F33F}"/>
              </a:ext>
            </a:extLst>
          </p:cNvPr>
          <p:cNvSpPr/>
          <p:nvPr/>
        </p:nvSpPr>
        <p:spPr>
          <a:xfrm>
            <a:off x="634275" y="2660259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125027C5-01C5-DC5B-11B8-9CE850AAEF2A}"/>
              </a:ext>
            </a:extLst>
          </p:cNvPr>
          <p:cNvSpPr/>
          <p:nvPr/>
        </p:nvSpPr>
        <p:spPr>
          <a:xfrm>
            <a:off x="1536942" y="1253661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1E4B37D7-0CE0-9882-DAB0-DCD41635CDBC}"/>
              </a:ext>
            </a:extLst>
          </p:cNvPr>
          <p:cNvSpPr/>
          <p:nvPr/>
        </p:nvSpPr>
        <p:spPr>
          <a:xfrm>
            <a:off x="9804549" y="6106250"/>
            <a:ext cx="2165603" cy="548159"/>
          </a:xfrm>
          <a:prstGeom prst="roundRect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bg1"/>
                </a:solidFill>
                <a:latin typeface="Franklin Gothic Heavy" panose="020B0903020102020204" pitchFamily="34" charset="0"/>
              </a:rPr>
              <a:t>© 2026 PostalApp</a:t>
            </a:r>
            <a:endParaRPr lang="ru-RU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660242-028C-177C-FA1D-8769EF677871}"/>
              </a:ext>
            </a:extLst>
          </p:cNvPr>
          <p:cNvSpPr txBox="1"/>
          <p:nvPr/>
        </p:nvSpPr>
        <p:spPr>
          <a:xfrm>
            <a:off x="3340639" y="554663"/>
            <a:ext cx="5302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Цель</a:t>
            </a:r>
          </a:p>
        </p:txBody>
      </p:sp>
    </p:spTree>
    <p:extLst>
      <p:ext uri="{BB962C8B-B14F-4D97-AF65-F5344CB8AC3E}">
        <p14:creationId xmlns:p14="http://schemas.microsoft.com/office/powerpoint/2010/main" val="1522504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7A145-8477-358F-F777-51EA5B475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B30A272-6B25-09C5-0D82-E2F8AA9816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68" name="Прямоугольник: усеченные противолежащие углы 67">
            <a:extLst>
              <a:ext uri="{FF2B5EF4-FFF2-40B4-BE49-F238E27FC236}">
                <a16:creationId xmlns:a16="http://schemas.microsoft.com/office/drawing/2014/main" id="{376636A7-99F5-0304-680C-C3B43D6FC8FF}"/>
              </a:ext>
            </a:extLst>
          </p:cNvPr>
          <p:cNvSpPr/>
          <p:nvPr/>
        </p:nvSpPr>
        <p:spPr>
          <a:xfrm>
            <a:off x="161067" y="5386730"/>
            <a:ext cx="6078504" cy="957999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bg1"/>
            </a:solidFill>
          </a:ln>
          <a:effectLst>
            <a:innerShdw blurRad="381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67" name="Прямоугольник: усеченные противолежащие углы 66">
            <a:extLst>
              <a:ext uri="{FF2B5EF4-FFF2-40B4-BE49-F238E27FC236}">
                <a16:creationId xmlns:a16="http://schemas.microsoft.com/office/drawing/2014/main" id="{E6659CAA-F29C-817F-CC75-0CA689C13D93}"/>
              </a:ext>
            </a:extLst>
          </p:cNvPr>
          <p:cNvSpPr/>
          <p:nvPr/>
        </p:nvSpPr>
        <p:spPr>
          <a:xfrm>
            <a:off x="164770" y="4241058"/>
            <a:ext cx="6078504" cy="777912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bg1"/>
            </a:solidFill>
          </a:ln>
          <a:effectLst>
            <a:innerShdw blurRad="381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2D0B020A-B878-C3A1-EC30-F7F6A7497C0A}"/>
              </a:ext>
            </a:extLst>
          </p:cNvPr>
          <p:cNvSpPr/>
          <p:nvPr/>
        </p:nvSpPr>
        <p:spPr>
          <a:xfrm>
            <a:off x="1917650" y="152478"/>
            <a:ext cx="8356700" cy="2351109"/>
          </a:xfrm>
          <a:prstGeom prst="roundRect">
            <a:avLst>
              <a:gd name="adj" fmla="val 11612"/>
            </a:avLst>
          </a:prstGeom>
          <a:ln>
            <a:solidFill>
              <a:schemeClr val="bg1"/>
            </a:solidFill>
          </a:ln>
          <a:effectLst>
            <a:innerShdw blurRad="635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8011F0-2134-CF25-64AC-92D1EA1A5CDC}"/>
              </a:ext>
            </a:extLst>
          </p:cNvPr>
          <p:cNvSpPr txBox="1"/>
          <p:nvPr/>
        </p:nvSpPr>
        <p:spPr>
          <a:xfrm>
            <a:off x="2280581" y="1469963"/>
            <a:ext cx="7625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Для достижения цели были поставлены и решены следующие </a:t>
            </a:r>
            <a:r>
              <a:rPr lang="ru-RU" sz="2400" b="1" dirty="0">
                <a:solidFill>
                  <a:schemeClr val="bg1"/>
                </a:solidFill>
                <a:latin typeface="Franklin Gothic Heavy" panose="020B0903020102020204" pitchFamily="34" charset="0"/>
              </a:rPr>
              <a:t>задачи</a:t>
            </a:r>
            <a:endParaRPr lang="ru-RU" sz="54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C19D4161-B5E4-09FE-1049-8DBA594E32E5}"/>
              </a:ext>
            </a:extLst>
          </p:cNvPr>
          <p:cNvCxnSpPr>
            <a:cxnSpLocks/>
          </p:cNvCxnSpPr>
          <p:nvPr/>
        </p:nvCxnSpPr>
        <p:spPr>
          <a:xfrm flipV="1">
            <a:off x="2501710" y="1240624"/>
            <a:ext cx="7200900" cy="35376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6" name="Овал 5">
            <a:extLst>
              <a:ext uri="{FF2B5EF4-FFF2-40B4-BE49-F238E27FC236}">
                <a16:creationId xmlns:a16="http://schemas.microsoft.com/office/drawing/2014/main" id="{0F557BCA-4193-9CD5-7136-A93E4656D0E5}"/>
              </a:ext>
            </a:extLst>
          </p:cNvPr>
          <p:cNvSpPr/>
          <p:nvPr/>
        </p:nvSpPr>
        <p:spPr>
          <a:xfrm>
            <a:off x="5814018" y="932718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88360E7-13AD-E670-3C57-4C4D49F8F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061" y="1006046"/>
            <a:ext cx="463917" cy="463917"/>
          </a:xfrm>
          <a:prstGeom prst="rect">
            <a:avLst/>
          </a:prstGeom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BB7EB4A8-6AD7-BF5A-409F-63D8A8A615BF}"/>
              </a:ext>
            </a:extLst>
          </p:cNvPr>
          <p:cNvSpPr/>
          <p:nvPr/>
        </p:nvSpPr>
        <p:spPr>
          <a:xfrm>
            <a:off x="11144443" y="1035866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5071EFDF-C7B3-7587-BDF4-03AAF6D2624C}"/>
              </a:ext>
            </a:extLst>
          </p:cNvPr>
          <p:cNvSpPr/>
          <p:nvPr/>
        </p:nvSpPr>
        <p:spPr>
          <a:xfrm>
            <a:off x="6425117" y="6487433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6EFDBEC9-02AF-2D9E-CE52-A284A60A0776}"/>
              </a:ext>
            </a:extLst>
          </p:cNvPr>
          <p:cNvSpPr/>
          <p:nvPr/>
        </p:nvSpPr>
        <p:spPr>
          <a:xfrm>
            <a:off x="7765710" y="6648118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1607948F-0E27-F21C-5369-79441B3B17E3}"/>
              </a:ext>
            </a:extLst>
          </p:cNvPr>
          <p:cNvSpPr/>
          <p:nvPr/>
        </p:nvSpPr>
        <p:spPr>
          <a:xfrm>
            <a:off x="2309072" y="6479271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5968D779-8E6A-54FC-CF69-F2B317BDAA03}"/>
              </a:ext>
            </a:extLst>
          </p:cNvPr>
          <p:cNvSpPr/>
          <p:nvPr/>
        </p:nvSpPr>
        <p:spPr>
          <a:xfrm>
            <a:off x="10500481" y="321142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11C5A961-C98A-DFE7-9A7C-8210B70F08E3}"/>
              </a:ext>
            </a:extLst>
          </p:cNvPr>
          <p:cNvSpPr/>
          <p:nvPr/>
        </p:nvSpPr>
        <p:spPr>
          <a:xfrm>
            <a:off x="11354841" y="2339962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87DADE87-F524-B014-FE3B-1D0971346EF6}"/>
              </a:ext>
            </a:extLst>
          </p:cNvPr>
          <p:cNvSpPr/>
          <p:nvPr/>
        </p:nvSpPr>
        <p:spPr>
          <a:xfrm>
            <a:off x="9106303" y="6320867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ABF1357F-A5EB-416D-BBF3-6C4288EC1869}"/>
              </a:ext>
            </a:extLst>
          </p:cNvPr>
          <p:cNvSpPr/>
          <p:nvPr/>
        </p:nvSpPr>
        <p:spPr>
          <a:xfrm>
            <a:off x="1349616" y="502535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42C5C2D3-E645-952E-424E-F5D5D6B557E9}"/>
              </a:ext>
            </a:extLst>
          </p:cNvPr>
          <p:cNvSpPr/>
          <p:nvPr/>
        </p:nvSpPr>
        <p:spPr>
          <a:xfrm>
            <a:off x="411043" y="6439504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83F5B633-354F-88EE-913E-46D1E94F631B}"/>
              </a:ext>
            </a:extLst>
          </p:cNvPr>
          <p:cNvSpPr/>
          <p:nvPr/>
        </p:nvSpPr>
        <p:spPr>
          <a:xfrm>
            <a:off x="1152808" y="2070230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344530E-3FF6-5015-6050-73803055981A}"/>
              </a:ext>
            </a:extLst>
          </p:cNvPr>
          <p:cNvSpPr/>
          <p:nvPr/>
        </p:nvSpPr>
        <p:spPr>
          <a:xfrm>
            <a:off x="9804549" y="6106250"/>
            <a:ext cx="2165603" cy="548159"/>
          </a:xfrm>
          <a:prstGeom prst="roundRect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bg1"/>
                </a:solidFill>
                <a:latin typeface="Franklin Gothic Heavy" panose="020B0903020102020204" pitchFamily="34" charset="0"/>
              </a:rPr>
              <a:t>© 2026 PostalApp</a:t>
            </a:r>
            <a:endParaRPr lang="ru-RU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5BED08-9384-896F-F4B1-041BA20F5AC4}"/>
              </a:ext>
            </a:extLst>
          </p:cNvPr>
          <p:cNvSpPr txBox="1"/>
          <p:nvPr/>
        </p:nvSpPr>
        <p:spPr>
          <a:xfrm>
            <a:off x="3442049" y="307048"/>
            <a:ext cx="53024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Задачи</a:t>
            </a:r>
          </a:p>
        </p:txBody>
      </p:sp>
      <p:sp useBgFill="1">
        <p:nvSpPr>
          <p:cNvPr id="9" name="Прямоугольник: усеченные противолежащие углы 8">
            <a:extLst>
              <a:ext uri="{FF2B5EF4-FFF2-40B4-BE49-F238E27FC236}">
                <a16:creationId xmlns:a16="http://schemas.microsoft.com/office/drawing/2014/main" id="{E6D4649A-26F3-DCB3-BC20-83A5B3C17B5E}"/>
              </a:ext>
            </a:extLst>
          </p:cNvPr>
          <p:cNvSpPr/>
          <p:nvPr/>
        </p:nvSpPr>
        <p:spPr>
          <a:xfrm>
            <a:off x="144791" y="3095386"/>
            <a:ext cx="6078504" cy="777912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bg1"/>
            </a:solidFill>
          </a:ln>
          <a:effectLst>
            <a:innerShdw blurRad="381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5E9DE7-C1DD-B860-FCC9-87ADF03C674C}"/>
              </a:ext>
            </a:extLst>
          </p:cNvPr>
          <p:cNvSpPr txBox="1"/>
          <p:nvPr/>
        </p:nvSpPr>
        <p:spPr>
          <a:xfrm>
            <a:off x="479788" y="3168940"/>
            <a:ext cx="5484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Проанализировать существующие оконные</a:t>
            </a:r>
            <a:b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     приложения и требований к их разработке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CCA2604-216B-BDAC-F482-A267DEA53AE7}"/>
              </a:ext>
            </a:extLst>
          </p:cNvPr>
          <p:cNvSpPr txBox="1"/>
          <p:nvPr/>
        </p:nvSpPr>
        <p:spPr>
          <a:xfrm>
            <a:off x="447948" y="4297506"/>
            <a:ext cx="5027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Выбрать инструменты и технологии для</a:t>
            </a:r>
            <a:b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     разработки оконного приложения на C#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4DFC5F2-943B-FE3E-68EF-E98812590BD4}"/>
              </a:ext>
            </a:extLst>
          </p:cNvPr>
          <p:cNvSpPr txBox="1"/>
          <p:nvPr/>
        </p:nvSpPr>
        <p:spPr>
          <a:xfrm>
            <a:off x="444244" y="5421400"/>
            <a:ext cx="5181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Спроектировать архитектуру приложения:</a:t>
            </a:r>
            <a:b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     определить основные компоненты и их</a:t>
            </a:r>
            <a:b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     взаимодействия</a:t>
            </a:r>
          </a:p>
        </p:txBody>
      </p:sp>
      <p:sp useBgFill="1">
        <p:nvSpPr>
          <p:cNvPr id="75" name="Прямоугольник: усеченные противолежащие углы 74">
            <a:extLst>
              <a:ext uri="{FF2B5EF4-FFF2-40B4-BE49-F238E27FC236}">
                <a16:creationId xmlns:a16="http://schemas.microsoft.com/office/drawing/2014/main" id="{BB648248-5955-6096-28D6-0663D1FC3E55}"/>
              </a:ext>
            </a:extLst>
          </p:cNvPr>
          <p:cNvSpPr/>
          <p:nvPr/>
        </p:nvSpPr>
        <p:spPr>
          <a:xfrm>
            <a:off x="5989595" y="5059165"/>
            <a:ext cx="6078504" cy="957999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bg1"/>
            </a:solidFill>
          </a:ln>
          <a:effectLst>
            <a:innerShdw blurRad="381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76" name="Прямоугольник: усеченные противолежащие углы 75">
            <a:extLst>
              <a:ext uri="{FF2B5EF4-FFF2-40B4-BE49-F238E27FC236}">
                <a16:creationId xmlns:a16="http://schemas.microsoft.com/office/drawing/2014/main" id="{D6638EEE-3DBC-3EB7-D2D3-EE02674AE427}"/>
              </a:ext>
            </a:extLst>
          </p:cNvPr>
          <p:cNvSpPr/>
          <p:nvPr/>
        </p:nvSpPr>
        <p:spPr>
          <a:xfrm>
            <a:off x="5993298" y="3913493"/>
            <a:ext cx="6078504" cy="777912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bg1"/>
            </a:solidFill>
          </a:ln>
          <a:effectLst>
            <a:innerShdw blurRad="381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77" name="Прямоугольник: усеченные противолежащие углы 76">
            <a:extLst>
              <a:ext uri="{FF2B5EF4-FFF2-40B4-BE49-F238E27FC236}">
                <a16:creationId xmlns:a16="http://schemas.microsoft.com/office/drawing/2014/main" id="{7D74E201-FFAD-EDAD-CC49-B7D3BEB803A0}"/>
              </a:ext>
            </a:extLst>
          </p:cNvPr>
          <p:cNvSpPr/>
          <p:nvPr/>
        </p:nvSpPr>
        <p:spPr>
          <a:xfrm>
            <a:off x="5964318" y="2615415"/>
            <a:ext cx="6078504" cy="1017964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bg1"/>
            </a:solidFill>
          </a:ln>
          <a:effectLst>
            <a:innerShdw blurRad="381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7720A69-E76A-EE7D-F1C7-38D2165E6DEA}"/>
              </a:ext>
            </a:extLst>
          </p:cNvPr>
          <p:cNvSpPr txBox="1"/>
          <p:nvPr/>
        </p:nvSpPr>
        <p:spPr>
          <a:xfrm>
            <a:off x="6299315" y="2688969"/>
            <a:ext cx="5403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Реализовать основные функции</a:t>
            </a:r>
            <a:b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     приложения: обработка событий,</a:t>
            </a:r>
            <a:b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     взаимодействие с пользователем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D89BEFD-07FA-4EFE-C0F3-F0391191C1EC}"/>
              </a:ext>
            </a:extLst>
          </p:cNvPr>
          <p:cNvSpPr txBox="1"/>
          <p:nvPr/>
        </p:nvSpPr>
        <p:spPr>
          <a:xfrm>
            <a:off x="6276476" y="3969941"/>
            <a:ext cx="5027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Протестировать приложение: выявить и исправить ошибки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2C45382-6216-7CB7-CAF7-F20334503FCF}"/>
              </a:ext>
            </a:extLst>
          </p:cNvPr>
          <p:cNvSpPr txBox="1"/>
          <p:nvPr/>
        </p:nvSpPr>
        <p:spPr>
          <a:xfrm>
            <a:off x="6272772" y="5093835"/>
            <a:ext cx="5181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Обеспечить безопасность приложения:</a:t>
            </a:r>
            <a:b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    защита от уязвимостей, управление</a:t>
            </a:r>
            <a:b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</a:br>
            <a:r>
              <a:rPr lang="ru-RU" dirty="0">
                <a:solidFill>
                  <a:schemeClr val="bg1"/>
                </a:solidFill>
                <a:latin typeface="Franklin Gothic Heavy" panose="020B0903020102020204" pitchFamily="34" charset="0"/>
              </a:rPr>
              <a:t>    доступом</a:t>
            </a:r>
          </a:p>
        </p:txBody>
      </p:sp>
    </p:spTree>
    <p:extLst>
      <p:ext uri="{BB962C8B-B14F-4D97-AF65-F5344CB8AC3E}">
        <p14:creationId xmlns:p14="http://schemas.microsoft.com/office/powerpoint/2010/main" val="12221522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0BD9C-0466-E8AD-D95B-EF6452BDD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79BCB0A-8B71-EBD5-2735-F78D20D766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DB8D785A-0886-D576-3D8C-C6385261E4B0}"/>
              </a:ext>
            </a:extLst>
          </p:cNvPr>
          <p:cNvSpPr/>
          <p:nvPr/>
        </p:nvSpPr>
        <p:spPr>
          <a:xfrm>
            <a:off x="9225996" y="5385693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C66711F3-B12F-F250-1648-3AC9AC6D083B}"/>
              </a:ext>
            </a:extLst>
          </p:cNvPr>
          <p:cNvSpPr/>
          <p:nvPr/>
        </p:nvSpPr>
        <p:spPr>
          <a:xfrm>
            <a:off x="3459129" y="6758712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9C560421-4348-0765-9007-3D591F1A9113}"/>
              </a:ext>
            </a:extLst>
          </p:cNvPr>
          <p:cNvSpPr/>
          <p:nvPr/>
        </p:nvSpPr>
        <p:spPr>
          <a:xfrm>
            <a:off x="6384374" y="6252651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F988A4E7-4842-1741-A052-8274FCDA33B6}"/>
              </a:ext>
            </a:extLst>
          </p:cNvPr>
          <p:cNvSpPr/>
          <p:nvPr/>
        </p:nvSpPr>
        <p:spPr>
          <a:xfrm>
            <a:off x="732846" y="6384179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286A1C87-97F4-C82D-BEDE-FD3528C211BC}"/>
              </a:ext>
            </a:extLst>
          </p:cNvPr>
          <p:cNvSpPr/>
          <p:nvPr/>
        </p:nvSpPr>
        <p:spPr>
          <a:xfrm>
            <a:off x="7504462" y="5474613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AAE47317-F0FB-6E07-DB15-D498DF254167}"/>
              </a:ext>
            </a:extLst>
          </p:cNvPr>
          <p:cNvSpPr/>
          <p:nvPr/>
        </p:nvSpPr>
        <p:spPr>
          <a:xfrm>
            <a:off x="10794397" y="5752814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8347B314-6084-519B-A039-43D78E1B8CB4}"/>
              </a:ext>
            </a:extLst>
          </p:cNvPr>
          <p:cNvSpPr/>
          <p:nvPr/>
        </p:nvSpPr>
        <p:spPr>
          <a:xfrm>
            <a:off x="8593333" y="6230264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2E650B49-4F44-E73B-2472-2CF23CD9EF92}"/>
              </a:ext>
            </a:extLst>
          </p:cNvPr>
          <p:cNvSpPr/>
          <p:nvPr/>
        </p:nvSpPr>
        <p:spPr>
          <a:xfrm>
            <a:off x="9181476" y="127437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076E013F-B58B-19CC-4BC2-FA39740EC5FE}"/>
              </a:ext>
            </a:extLst>
          </p:cNvPr>
          <p:cNvSpPr/>
          <p:nvPr/>
        </p:nvSpPr>
        <p:spPr>
          <a:xfrm>
            <a:off x="988202" y="159219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0DB8B893-CA68-6DE2-103E-2BBBDCFEFC53}"/>
              </a:ext>
            </a:extLst>
          </p:cNvPr>
          <p:cNvSpPr/>
          <p:nvPr/>
        </p:nvSpPr>
        <p:spPr>
          <a:xfrm>
            <a:off x="3459084" y="318404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0EDA532B-900F-A947-572F-23910DF8D4E9}"/>
              </a:ext>
            </a:extLst>
          </p:cNvPr>
          <p:cNvSpPr/>
          <p:nvPr/>
        </p:nvSpPr>
        <p:spPr>
          <a:xfrm>
            <a:off x="9804549" y="6106250"/>
            <a:ext cx="2165603" cy="548159"/>
          </a:xfrm>
          <a:prstGeom prst="roundRect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bg1"/>
                </a:solidFill>
                <a:latin typeface="Franklin Gothic Heavy" panose="020B0903020102020204" pitchFamily="34" charset="0"/>
              </a:rPr>
              <a:t>© 2026 PostalApp</a:t>
            </a:r>
            <a:endParaRPr lang="ru-RU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0C82954-6C56-EC11-BEE2-84287A62D337}"/>
              </a:ext>
            </a:extLst>
          </p:cNvPr>
          <p:cNvSpPr/>
          <p:nvPr/>
        </p:nvSpPr>
        <p:spPr>
          <a:xfrm>
            <a:off x="244623" y="630322"/>
            <a:ext cx="5756964" cy="5701307"/>
          </a:xfrm>
          <a:prstGeom prst="roundRect">
            <a:avLst>
              <a:gd name="adj" fmla="val 11612"/>
            </a:avLst>
          </a:prstGeom>
          <a:ln>
            <a:solidFill>
              <a:schemeClr val="bg1"/>
            </a:solidFill>
          </a:ln>
          <a:effectLst>
            <a:innerShdw blurRad="635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E5B82C-CD3A-0D3C-6527-335A8F7729BC}"/>
              </a:ext>
            </a:extLst>
          </p:cNvPr>
          <p:cNvSpPr txBox="1"/>
          <p:nvPr/>
        </p:nvSpPr>
        <p:spPr>
          <a:xfrm>
            <a:off x="469154" y="2545977"/>
            <a:ext cx="530244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Теоретическая значимость работы заключается в систематизации подходов к проектированию специализированных геоинформационных систем для задач управления доставочными участками, а также в описании архитектурных решений для интеграции картографического компонента, реляционной базы данных и многоуровневой ролевой модели в рамках единого программного комплекса</a:t>
            </a:r>
            <a:endParaRPr lang="ru-RU" sz="40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82BE29C3-35FA-33A2-F326-BD8D4C54C81A}"/>
              </a:ext>
            </a:extLst>
          </p:cNvPr>
          <p:cNvCxnSpPr>
            <a:cxnSpLocks/>
          </p:cNvCxnSpPr>
          <p:nvPr/>
        </p:nvCxnSpPr>
        <p:spPr>
          <a:xfrm>
            <a:off x="497512" y="2316638"/>
            <a:ext cx="5138958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3" name="Овал 12">
            <a:extLst>
              <a:ext uri="{FF2B5EF4-FFF2-40B4-BE49-F238E27FC236}">
                <a16:creationId xmlns:a16="http://schemas.microsoft.com/office/drawing/2014/main" id="{C851824E-3C76-BEE3-094C-39D54332D5DE}"/>
              </a:ext>
            </a:extLst>
          </p:cNvPr>
          <p:cNvSpPr/>
          <p:nvPr/>
        </p:nvSpPr>
        <p:spPr>
          <a:xfrm>
            <a:off x="2841123" y="2008732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BD12A0F-716F-3E4B-0DC3-FC092D52C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166" y="2082060"/>
            <a:ext cx="463917" cy="4639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45BF932-1E7C-A8B0-B12C-45181F705013}"/>
              </a:ext>
            </a:extLst>
          </p:cNvPr>
          <p:cNvSpPr txBox="1"/>
          <p:nvPr/>
        </p:nvSpPr>
        <p:spPr>
          <a:xfrm>
            <a:off x="545197" y="751623"/>
            <a:ext cx="53024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Теоретическая значимость</a:t>
            </a:r>
          </a:p>
        </p:txBody>
      </p:sp>
      <p:sp useBgFill="1"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82CE012F-E837-6A28-D7EB-F521FCD94B76}"/>
              </a:ext>
            </a:extLst>
          </p:cNvPr>
          <p:cNvSpPr/>
          <p:nvPr/>
        </p:nvSpPr>
        <p:spPr>
          <a:xfrm>
            <a:off x="6216147" y="411183"/>
            <a:ext cx="5756964" cy="4427006"/>
          </a:xfrm>
          <a:prstGeom prst="roundRect">
            <a:avLst>
              <a:gd name="adj" fmla="val 11612"/>
            </a:avLst>
          </a:prstGeom>
          <a:ln>
            <a:solidFill>
              <a:schemeClr val="bg1"/>
            </a:solidFill>
          </a:ln>
          <a:effectLst>
            <a:innerShdw blurRad="635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5CC0CB-1ADB-2167-BB10-C3AB72F5C957}"/>
              </a:ext>
            </a:extLst>
          </p:cNvPr>
          <p:cNvSpPr txBox="1"/>
          <p:nvPr/>
        </p:nvSpPr>
        <p:spPr>
          <a:xfrm>
            <a:off x="6440678" y="2109057"/>
            <a:ext cx="530244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Практическая значимость работы определяется возможностью реального внедрения разработанной системы на Месягутовском почтамте, что позволит сократить время формирования маршрутов, повысить равномерность нагрузки на почтальонов и обеспечить удобный контроль для руководства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DDBB1489-6BCC-4DD5-B30F-E9735FFD2B2F}"/>
              </a:ext>
            </a:extLst>
          </p:cNvPr>
          <p:cNvCxnSpPr>
            <a:cxnSpLocks/>
          </p:cNvCxnSpPr>
          <p:nvPr/>
        </p:nvCxnSpPr>
        <p:spPr>
          <a:xfrm>
            <a:off x="6469036" y="1879718"/>
            <a:ext cx="5138958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1" name="Овал 20">
            <a:extLst>
              <a:ext uri="{FF2B5EF4-FFF2-40B4-BE49-F238E27FC236}">
                <a16:creationId xmlns:a16="http://schemas.microsoft.com/office/drawing/2014/main" id="{104F96E1-07E1-0B97-3515-6025B9F2A8AF}"/>
              </a:ext>
            </a:extLst>
          </p:cNvPr>
          <p:cNvSpPr/>
          <p:nvPr/>
        </p:nvSpPr>
        <p:spPr>
          <a:xfrm>
            <a:off x="8812647" y="1571812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F345052-D9C2-F9A9-787A-979F3B0439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690" y="1645140"/>
            <a:ext cx="463917" cy="46391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0076DDE-6227-88BC-A531-5603C7831995}"/>
              </a:ext>
            </a:extLst>
          </p:cNvPr>
          <p:cNvSpPr txBox="1"/>
          <p:nvPr/>
        </p:nvSpPr>
        <p:spPr>
          <a:xfrm>
            <a:off x="6440678" y="393914"/>
            <a:ext cx="53024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Практическая значимость</a:t>
            </a:r>
          </a:p>
        </p:txBody>
      </p:sp>
    </p:spTree>
    <p:extLst>
      <p:ext uri="{BB962C8B-B14F-4D97-AF65-F5344CB8AC3E}">
        <p14:creationId xmlns:p14="http://schemas.microsoft.com/office/powerpoint/2010/main" val="4234374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2EADB-F0D7-7D0C-6A7C-A0697C5E6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ED75AC3-74FF-D95B-13D1-CCB61DC978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854DED2C-A3F8-33C4-71C3-F60E56B8A38A}"/>
              </a:ext>
            </a:extLst>
          </p:cNvPr>
          <p:cNvSpPr/>
          <p:nvPr/>
        </p:nvSpPr>
        <p:spPr>
          <a:xfrm>
            <a:off x="9225996" y="5385693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A9EC7FD1-43DA-A2CF-F3FC-CA94E5D58027}"/>
              </a:ext>
            </a:extLst>
          </p:cNvPr>
          <p:cNvSpPr/>
          <p:nvPr/>
        </p:nvSpPr>
        <p:spPr>
          <a:xfrm>
            <a:off x="3459129" y="6758712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4CBC22D3-35FB-34DC-E4A5-202619130A58}"/>
              </a:ext>
            </a:extLst>
          </p:cNvPr>
          <p:cNvSpPr/>
          <p:nvPr/>
        </p:nvSpPr>
        <p:spPr>
          <a:xfrm>
            <a:off x="6384374" y="6252651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46AC0758-BEAE-C98C-085C-2698170A1D80}"/>
              </a:ext>
            </a:extLst>
          </p:cNvPr>
          <p:cNvSpPr/>
          <p:nvPr/>
        </p:nvSpPr>
        <p:spPr>
          <a:xfrm>
            <a:off x="732846" y="6384179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6C005B58-EA35-86A1-AFCD-5696CCD1908A}"/>
              </a:ext>
            </a:extLst>
          </p:cNvPr>
          <p:cNvSpPr/>
          <p:nvPr/>
        </p:nvSpPr>
        <p:spPr>
          <a:xfrm>
            <a:off x="7504462" y="5474613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BDD0DAF-AD6A-A6D8-4E98-5E3EC73281E6}"/>
              </a:ext>
            </a:extLst>
          </p:cNvPr>
          <p:cNvSpPr/>
          <p:nvPr/>
        </p:nvSpPr>
        <p:spPr>
          <a:xfrm>
            <a:off x="10794397" y="5752814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44C3F4FC-9205-11A7-6F56-CEA90E36BB82}"/>
              </a:ext>
            </a:extLst>
          </p:cNvPr>
          <p:cNvSpPr/>
          <p:nvPr/>
        </p:nvSpPr>
        <p:spPr>
          <a:xfrm>
            <a:off x="8593333" y="6230264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CD0B2482-03CF-E7D2-1D1A-572C4E250C65}"/>
              </a:ext>
            </a:extLst>
          </p:cNvPr>
          <p:cNvSpPr/>
          <p:nvPr/>
        </p:nvSpPr>
        <p:spPr>
          <a:xfrm>
            <a:off x="9181476" y="127437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A7979C8C-02D6-3610-ADE9-4017DBE7ED5D}"/>
              </a:ext>
            </a:extLst>
          </p:cNvPr>
          <p:cNvSpPr/>
          <p:nvPr/>
        </p:nvSpPr>
        <p:spPr>
          <a:xfrm>
            <a:off x="988202" y="159219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21B072D4-1DAF-B7DF-3345-35A2CD6BFC75}"/>
              </a:ext>
            </a:extLst>
          </p:cNvPr>
          <p:cNvSpPr/>
          <p:nvPr/>
        </p:nvSpPr>
        <p:spPr>
          <a:xfrm>
            <a:off x="3459084" y="318404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8921A22-97BC-C546-C3A5-FAE95A2977F1}"/>
              </a:ext>
            </a:extLst>
          </p:cNvPr>
          <p:cNvSpPr/>
          <p:nvPr/>
        </p:nvSpPr>
        <p:spPr>
          <a:xfrm>
            <a:off x="9804549" y="6106250"/>
            <a:ext cx="2165603" cy="548159"/>
          </a:xfrm>
          <a:prstGeom prst="roundRect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chemeClr val="bg1"/>
                </a:solidFill>
                <a:latin typeface="Franklin Gothic Heavy" panose="020B0903020102020204" pitchFamily="34" charset="0"/>
              </a:rPr>
              <a:t>© 2026 PostalApp</a:t>
            </a:r>
            <a:endParaRPr lang="ru-RU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pic>
        <p:nvPicPr>
          <p:cNvPr id="105" name="Рисунок 104">
            <a:extLst>
              <a:ext uri="{FF2B5EF4-FFF2-40B4-BE49-F238E27FC236}">
                <a16:creationId xmlns:a16="http://schemas.microsoft.com/office/drawing/2014/main" id="{F232B8AD-42A0-3D7F-59EE-F2EB78653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2593" y="0"/>
            <a:ext cx="8977413" cy="6858000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106" name="Рисунок 105">
            <a:extLst>
              <a:ext uri="{FF2B5EF4-FFF2-40B4-BE49-F238E27FC236}">
                <a16:creationId xmlns:a16="http://schemas.microsoft.com/office/drawing/2014/main" id="{3B2776D7-B3E7-637E-F2BE-AD49DF30A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4151" y="1351788"/>
            <a:ext cx="4654296" cy="4154424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107" name="Рисунок 106">
            <a:extLst>
              <a:ext uri="{FF2B5EF4-FFF2-40B4-BE49-F238E27FC236}">
                <a16:creationId xmlns:a16="http://schemas.microsoft.com/office/drawing/2014/main" id="{3D3CA1E2-7EB4-8E47-448E-BA6BF2F7E3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6547" y="2118477"/>
            <a:ext cx="809305" cy="809305"/>
          </a:xfrm>
          <a:prstGeom prst="rect">
            <a:avLst/>
          </a:prstGeom>
        </p:spPr>
      </p:pic>
      <p:pic>
        <p:nvPicPr>
          <p:cNvPr id="108" name="Рисунок 107">
            <a:extLst>
              <a:ext uri="{FF2B5EF4-FFF2-40B4-BE49-F238E27FC236}">
                <a16:creationId xmlns:a16="http://schemas.microsoft.com/office/drawing/2014/main" id="{4955E500-A3C0-F281-8D84-240C3DB498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13512" y="2070230"/>
            <a:ext cx="977756" cy="809304"/>
          </a:xfrm>
          <a:prstGeom prst="rect">
            <a:avLst/>
          </a:prstGeom>
        </p:spPr>
      </p:pic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02CBB636-76BC-D8A9-7916-6CCF8349BD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9314" y="3373428"/>
            <a:ext cx="809305" cy="809305"/>
          </a:xfrm>
          <a:prstGeom prst="rect">
            <a:avLst/>
          </a:prstGeom>
        </p:spPr>
      </p:pic>
      <p:pic>
        <p:nvPicPr>
          <p:cNvPr id="110" name="Рисунок 109">
            <a:extLst>
              <a:ext uri="{FF2B5EF4-FFF2-40B4-BE49-F238E27FC236}">
                <a16:creationId xmlns:a16="http://schemas.microsoft.com/office/drawing/2014/main" id="{463660F4-9A59-5ED3-F915-8C09B16A44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6648" y="4141523"/>
            <a:ext cx="809304" cy="809304"/>
          </a:xfrm>
          <a:prstGeom prst="rect">
            <a:avLst/>
          </a:prstGeom>
        </p:spPr>
      </p:pic>
      <p:pic>
        <p:nvPicPr>
          <p:cNvPr id="111" name="Рисунок 110">
            <a:extLst>
              <a:ext uri="{FF2B5EF4-FFF2-40B4-BE49-F238E27FC236}">
                <a16:creationId xmlns:a16="http://schemas.microsoft.com/office/drawing/2014/main" id="{2E8F5BBD-E318-8F46-B6A8-A4F552C2A4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7755" y="3373429"/>
            <a:ext cx="809304" cy="809304"/>
          </a:xfrm>
          <a:prstGeom prst="rect">
            <a:avLst/>
          </a:prstGeom>
        </p:spPr>
      </p:pic>
      <p:pic>
        <p:nvPicPr>
          <p:cNvPr id="112" name="Рисунок 111">
            <a:extLst>
              <a:ext uri="{FF2B5EF4-FFF2-40B4-BE49-F238E27FC236}">
                <a16:creationId xmlns:a16="http://schemas.microsoft.com/office/drawing/2014/main" id="{E58A7174-CCD5-A69F-C8DB-B98C1F90AB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3271" y="1846582"/>
            <a:ext cx="626516" cy="626516"/>
          </a:xfrm>
          <a:prstGeom prst="rect">
            <a:avLst/>
          </a:prstGeom>
        </p:spPr>
      </p:pic>
      <p:pic>
        <p:nvPicPr>
          <p:cNvPr id="113" name="Рисунок 112">
            <a:extLst>
              <a:ext uri="{FF2B5EF4-FFF2-40B4-BE49-F238E27FC236}">
                <a16:creationId xmlns:a16="http://schemas.microsoft.com/office/drawing/2014/main" id="{5849DCF0-E215-2080-1E7A-00AC7C40A1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87914" y="1066481"/>
            <a:ext cx="626516" cy="626516"/>
          </a:xfrm>
          <a:prstGeom prst="rect">
            <a:avLst/>
          </a:prstGeom>
        </p:spPr>
      </p:pic>
      <p:pic>
        <p:nvPicPr>
          <p:cNvPr id="114" name="Рисунок 113">
            <a:extLst>
              <a:ext uri="{FF2B5EF4-FFF2-40B4-BE49-F238E27FC236}">
                <a16:creationId xmlns:a16="http://schemas.microsoft.com/office/drawing/2014/main" id="{C4177270-33DA-7704-D0B3-70BB1D2C11B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2314" y="687197"/>
            <a:ext cx="626516" cy="626516"/>
          </a:xfrm>
          <a:prstGeom prst="rect">
            <a:avLst/>
          </a:prstGeom>
        </p:spPr>
      </p:pic>
      <p:pic>
        <p:nvPicPr>
          <p:cNvPr id="115" name="Рисунок 114">
            <a:extLst>
              <a:ext uri="{FF2B5EF4-FFF2-40B4-BE49-F238E27FC236}">
                <a16:creationId xmlns:a16="http://schemas.microsoft.com/office/drawing/2014/main" id="{748E60B8-E2F8-76AC-FA6F-F4577F0BA7D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3390" y="373939"/>
            <a:ext cx="626516" cy="626516"/>
          </a:xfrm>
          <a:prstGeom prst="rect">
            <a:avLst/>
          </a:prstGeom>
        </p:spPr>
      </p:pic>
      <p:pic>
        <p:nvPicPr>
          <p:cNvPr id="116" name="Рисунок 115">
            <a:extLst>
              <a:ext uri="{FF2B5EF4-FFF2-40B4-BE49-F238E27FC236}">
                <a16:creationId xmlns:a16="http://schemas.microsoft.com/office/drawing/2014/main" id="{ACF3AF06-5205-D798-A22D-B91AF36AC5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3755" y="431713"/>
            <a:ext cx="626516" cy="626516"/>
          </a:xfrm>
          <a:prstGeom prst="rect">
            <a:avLst/>
          </a:prstGeom>
        </p:spPr>
      </p:pic>
      <p:pic>
        <p:nvPicPr>
          <p:cNvPr id="117" name="Рисунок 116">
            <a:extLst>
              <a:ext uri="{FF2B5EF4-FFF2-40B4-BE49-F238E27FC236}">
                <a16:creationId xmlns:a16="http://schemas.microsoft.com/office/drawing/2014/main" id="{D63C3BA0-107F-2F64-CF8D-528B1F8281C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9818" y="1756972"/>
            <a:ext cx="626516" cy="626516"/>
          </a:xfrm>
          <a:prstGeom prst="rect">
            <a:avLst/>
          </a:prstGeom>
        </p:spPr>
      </p:pic>
      <p:pic>
        <p:nvPicPr>
          <p:cNvPr id="118" name="Рисунок 117">
            <a:extLst>
              <a:ext uri="{FF2B5EF4-FFF2-40B4-BE49-F238E27FC236}">
                <a16:creationId xmlns:a16="http://schemas.microsoft.com/office/drawing/2014/main" id="{04CAC902-0C83-0DEF-0F76-9545EF831D3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6554" y="897099"/>
            <a:ext cx="626516" cy="626516"/>
          </a:xfrm>
          <a:prstGeom prst="rect">
            <a:avLst/>
          </a:prstGeom>
        </p:spPr>
      </p:pic>
      <p:pic>
        <p:nvPicPr>
          <p:cNvPr id="119" name="Рисунок 118">
            <a:extLst>
              <a:ext uri="{FF2B5EF4-FFF2-40B4-BE49-F238E27FC236}">
                <a16:creationId xmlns:a16="http://schemas.microsoft.com/office/drawing/2014/main" id="{62ECB05A-496B-F11F-A403-229AAEA3E21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8908" y="3515007"/>
            <a:ext cx="626516" cy="626516"/>
          </a:xfrm>
          <a:prstGeom prst="rect">
            <a:avLst/>
          </a:prstGeom>
        </p:spPr>
      </p:pic>
      <p:pic>
        <p:nvPicPr>
          <p:cNvPr id="120" name="Рисунок 119">
            <a:extLst>
              <a:ext uri="{FF2B5EF4-FFF2-40B4-BE49-F238E27FC236}">
                <a16:creationId xmlns:a16="http://schemas.microsoft.com/office/drawing/2014/main" id="{A6A86C5F-89FE-6570-FFA0-445D67DB9A0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99446" y="4261344"/>
            <a:ext cx="626517" cy="626517"/>
          </a:xfrm>
          <a:prstGeom prst="rect">
            <a:avLst/>
          </a:prstGeom>
        </p:spPr>
      </p:pic>
      <p:pic>
        <p:nvPicPr>
          <p:cNvPr id="121" name="Рисунок 120">
            <a:extLst>
              <a:ext uri="{FF2B5EF4-FFF2-40B4-BE49-F238E27FC236}">
                <a16:creationId xmlns:a16="http://schemas.microsoft.com/office/drawing/2014/main" id="{88926A56-4206-73B4-E227-A22DFEFCB25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8357" y="5007682"/>
            <a:ext cx="621319" cy="621319"/>
          </a:xfrm>
          <a:prstGeom prst="rect">
            <a:avLst/>
          </a:prstGeom>
        </p:spPr>
      </p:pic>
      <p:pic>
        <p:nvPicPr>
          <p:cNvPr id="122" name="Рисунок 121">
            <a:extLst>
              <a:ext uri="{FF2B5EF4-FFF2-40B4-BE49-F238E27FC236}">
                <a16:creationId xmlns:a16="http://schemas.microsoft.com/office/drawing/2014/main" id="{5CB6D870-024B-ADC5-B4DE-AF886D09BD0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08042" y="5781658"/>
            <a:ext cx="626516" cy="626516"/>
          </a:xfrm>
          <a:prstGeom prst="rect">
            <a:avLst/>
          </a:prstGeom>
        </p:spPr>
      </p:pic>
      <p:pic>
        <p:nvPicPr>
          <p:cNvPr id="123" name="Рисунок 122">
            <a:extLst>
              <a:ext uri="{FF2B5EF4-FFF2-40B4-BE49-F238E27FC236}">
                <a16:creationId xmlns:a16="http://schemas.microsoft.com/office/drawing/2014/main" id="{D6D3C355-95F8-3405-E6BD-BC995CC97FC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82167" y="5548927"/>
            <a:ext cx="615410" cy="615410"/>
          </a:xfrm>
          <a:prstGeom prst="rect">
            <a:avLst/>
          </a:prstGeom>
        </p:spPr>
      </p:pic>
      <p:pic>
        <p:nvPicPr>
          <p:cNvPr id="124" name="Рисунок 123">
            <a:extLst>
              <a:ext uri="{FF2B5EF4-FFF2-40B4-BE49-F238E27FC236}">
                <a16:creationId xmlns:a16="http://schemas.microsoft.com/office/drawing/2014/main" id="{3CB3AB29-4936-FAA6-7F52-5D95C332283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4276" y="4682883"/>
            <a:ext cx="620673" cy="620673"/>
          </a:xfrm>
          <a:prstGeom prst="rect">
            <a:avLst/>
          </a:prstGeom>
        </p:spPr>
      </p:pic>
      <p:pic>
        <p:nvPicPr>
          <p:cNvPr id="125" name="Рисунок 124">
            <a:extLst>
              <a:ext uri="{FF2B5EF4-FFF2-40B4-BE49-F238E27FC236}">
                <a16:creationId xmlns:a16="http://schemas.microsoft.com/office/drawing/2014/main" id="{E1938797-10C5-A3B7-FC09-F3D8A7439F0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3602" y="3141012"/>
            <a:ext cx="620673" cy="620673"/>
          </a:xfrm>
          <a:prstGeom prst="rect">
            <a:avLst/>
          </a:prstGeom>
        </p:spPr>
      </p:pic>
      <p:pic>
        <p:nvPicPr>
          <p:cNvPr id="126" name="Рисунок 125">
            <a:extLst>
              <a:ext uri="{FF2B5EF4-FFF2-40B4-BE49-F238E27FC236}">
                <a16:creationId xmlns:a16="http://schemas.microsoft.com/office/drawing/2014/main" id="{8852FD4F-066C-E03C-BE67-6F26C7DDE0D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3629" y="5544287"/>
            <a:ext cx="620673" cy="620673"/>
          </a:xfrm>
          <a:prstGeom prst="rect">
            <a:avLst/>
          </a:prstGeom>
        </p:spPr>
      </p:pic>
      <p:pic>
        <p:nvPicPr>
          <p:cNvPr id="127" name="Рисунок 126">
            <a:extLst>
              <a:ext uri="{FF2B5EF4-FFF2-40B4-BE49-F238E27FC236}">
                <a16:creationId xmlns:a16="http://schemas.microsoft.com/office/drawing/2014/main" id="{A328974B-BE7D-4A8A-31AA-896C1A5D972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5626" y="2701742"/>
            <a:ext cx="620674" cy="620674"/>
          </a:xfrm>
          <a:prstGeom prst="rect">
            <a:avLst/>
          </a:prstGeom>
        </p:spPr>
      </p:pic>
      <p:sp>
        <p:nvSpPr>
          <p:cNvPr id="128" name="Овал 127">
            <a:extLst>
              <a:ext uri="{FF2B5EF4-FFF2-40B4-BE49-F238E27FC236}">
                <a16:creationId xmlns:a16="http://schemas.microsoft.com/office/drawing/2014/main" id="{434F7E7D-2F7F-5AEB-340B-7EF9F80F99FE}"/>
              </a:ext>
            </a:extLst>
          </p:cNvPr>
          <p:cNvSpPr/>
          <p:nvPr/>
        </p:nvSpPr>
        <p:spPr>
          <a:xfrm>
            <a:off x="15416694" y="4630597"/>
            <a:ext cx="718041" cy="64932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825500">
              <a:schemeClr val="bg1">
                <a:alpha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1FE6227-4C78-5EBC-C3E7-DA5F848DBB67}"/>
              </a:ext>
            </a:extLst>
          </p:cNvPr>
          <p:cNvSpPr/>
          <p:nvPr/>
        </p:nvSpPr>
        <p:spPr>
          <a:xfrm>
            <a:off x="244623" y="630322"/>
            <a:ext cx="5756964" cy="5701307"/>
          </a:xfrm>
          <a:prstGeom prst="roundRect">
            <a:avLst>
              <a:gd name="adj" fmla="val 11612"/>
            </a:avLst>
          </a:prstGeom>
          <a:ln>
            <a:solidFill>
              <a:schemeClr val="bg1"/>
            </a:solidFill>
          </a:ln>
          <a:effectLst>
            <a:innerShdw blurRad="635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F7D75B-5596-7B50-EF4A-0A93A6942DEA}"/>
              </a:ext>
            </a:extLst>
          </p:cNvPr>
          <p:cNvSpPr txBox="1"/>
          <p:nvPr/>
        </p:nvSpPr>
        <p:spPr>
          <a:xfrm>
            <a:off x="469154" y="2545977"/>
            <a:ext cx="530244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Теоретическая значимость работы заключается в систематизации подходов к проектированию специализированных геоинформационных систем для задач управления доставочными участками, а также в описании архитектурных решений для интеграции картографического компонента, реляционной базы данных и многоуровневой ролевой модели в рамках единого программного комплекса</a:t>
            </a:r>
            <a:endParaRPr lang="ru-RU" sz="40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D73758D0-A5EC-A308-62A5-5D67B769D834}"/>
              </a:ext>
            </a:extLst>
          </p:cNvPr>
          <p:cNvCxnSpPr>
            <a:cxnSpLocks/>
          </p:cNvCxnSpPr>
          <p:nvPr/>
        </p:nvCxnSpPr>
        <p:spPr>
          <a:xfrm>
            <a:off x="497512" y="2316638"/>
            <a:ext cx="5138958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3" name="Овал 12">
            <a:extLst>
              <a:ext uri="{FF2B5EF4-FFF2-40B4-BE49-F238E27FC236}">
                <a16:creationId xmlns:a16="http://schemas.microsoft.com/office/drawing/2014/main" id="{6D05FF63-3E35-1106-8730-9E38E1C9BE59}"/>
              </a:ext>
            </a:extLst>
          </p:cNvPr>
          <p:cNvSpPr/>
          <p:nvPr/>
        </p:nvSpPr>
        <p:spPr>
          <a:xfrm>
            <a:off x="2841123" y="2008732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A8C76F6-5247-03DC-41BB-ADC92465EFD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8166" y="2082060"/>
            <a:ext cx="463917" cy="46391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99CCA03-CBF5-4FE5-2072-F3F2D53C1399}"/>
              </a:ext>
            </a:extLst>
          </p:cNvPr>
          <p:cNvSpPr txBox="1"/>
          <p:nvPr/>
        </p:nvSpPr>
        <p:spPr>
          <a:xfrm>
            <a:off x="545197" y="751623"/>
            <a:ext cx="53024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Теоретическая значимость</a:t>
            </a:r>
          </a:p>
        </p:txBody>
      </p:sp>
      <p:sp useBgFill="1"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1E0C02C-3BC3-5A27-34DE-0D217F281CC1}"/>
              </a:ext>
            </a:extLst>
          </p:cNvPr>
          <p:cNvSpPr/>
          <p:nvPr/>
        </p:nvSpPr>
        <p:spPr>
          <a:xfrm>
            <a:off x="6216147" y="411183"/>
            <a:ext cx="5756964" cy="4427006"/>
          </a:xfrm>
          <a:prstGeom prst="roundRect">
            <a:avLst>
              <a:gd name="adj" fmla="val 11612"/>
            </a:avLst>
          </a:prstGeom>
          <a:ln>
            <a:solidFill>
              <a:schemeClr val="bg1"/>
            </a:solidFill>
          </a:ln>
          <a:effectLst>
            <a:innerShdw blurRad="635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4CCDFA-585E-5866-B402-E76F0D28548B}"/>
              </a:ext>
            </a:extLst>
          </p:cNvPr>
          <p:cNvSpPr txBox="1"/>
          <p:nvPr/>
        </p:nvSpPr>
        <p:spPr>
          <a:xfrm>
            <a:off x="6440678" y="2109057"/>
            <a:ext cx="530244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Практическая значимость работы определяется возможностью реального внедрения разработанной системы на Месягутовском почтамте, что позволит сократить время формирования маршрутов, повысить равномерность нагрузки на почтальонов и обеспечить удобный контроль для руководства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B5CF036D-2E5A-F445-1897-7E56E691B197}"/>
              </a:ext>
            </a:extLst>
          </p:cNvPr>
          <p:cNvCxnSpPr>
            <a:cxnSpLocks/>
          </p:cNvCxnSpPr>
          <p:nvPr/>
        </p:nvCxnSpPr>
        <p:spPr>
          <a:xfrm>
            <a:off x="6469036" y="1879718"/>
            <a:ext cx="5138958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1" name="Овал 20">
            <a:extLst>
              <a:ext uri="{FF2B5EF4-FFF2-40B4-BE49-F238E27FC236}">
                <a16:creationId xmlns:a16="http://schemas.microsoft.com/office/drawing/2014/main" id="{E56B883C-0658-5DB9-E690-86588ED39B90}"/>
              </a:ext>
            </a:extLst>
          </p:cNvPr>
          <p:cNvSpPr/>
          <p:nvPr/>
        </p:nvSpPr>
        <p:spPr>
          <a:xfrm>
            <a:off x="8812647" y="1571812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440B3CA-57D3-CA5F-C4AC-A06136E289B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690" y="1645140"/>
            <a:ext cx="463917" cy="46391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C909D1A-6E20-9CF9-3469-2F230048B825}"/>
              </a:ext>
            </a:extLst>
          </p:cNvPr>
          <p:cNvSpPr txBox="1"/>
          <p:nvPr/>
        </p:nvSpPr>
        <p:spPr>
          <a:xfrm>
            <a:off x="6440678" y="393914"/>
            <a:ext cx="53024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Практическая значимость</a:t>
            </a:r>
          </a:p>
        </p:txBody>
      </p:sp>
    </p:spTree>
    <p:extLst>
      <p:ext uri="{BB962C8B-B14F-4D97-AF65-F5344CB8AC3E}">
        <p14:creationId xmlns:p14="http://schemas.microsoft.com/office/powerpoint/2010/main" val="3024949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7C0B8-152A-EF13-93A1-3DC0CFD1A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Рисунок 159">
            <a:extLst>
              <a:ext uri="{FF2B5EF4-FFF2-40B4-BE49-F238E27FC236}">
                <a16:creationId xmlns:a16="http://schemas.microsoft.com/office/drawing/2014/main" id="{E12B3550-170E-BE5F-3064-043F1331E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393" y="-12680"/>
            <a:ext cx="8977413" cy="6858000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161" name="Рисунок 160">
            <a:extLst>
              <a:ext uri="{FF2B5EF4-FFF2-40B4-BE49-F238E27FC236}">
                <a16:creationId xmlns:a16="http://schemas.microsoft.com/office/drawing/2014/main" id="{8D5B9398-FA8E-C368-0C20-0FA812118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951" y="1339108"/>
            <a:ext cx="4654296" cy="4154424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111" name="Рисунок 110">
            <a:extLst>
              <a:ext uri="{FF2B5EF4-FFF2-40B4-BE49-F238E27FC236}">
                <a16:creationId xmlns:a16="http://schemas.microsoft.com/office/drawing/2014/main" id="{B0D57036-603A-0427-4AF6-39336AC3EF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347" y="2105797"/>
            <a:ext cx="809305" cy="809305"/>
          </a:xfrm>
          <a:prstGeom prst="rect">
            <a:avLst/>
          </a:prstGeom>
        </p:spPr>
      </p:pic>
      <p:pic>
        <p:nvPicPr>
          <p:cNvPr id="113" name="Рисунок 112">
            <a:extLst>
              <a:ext uri="{FF2B5EF4-FFF2-40B4-BE49-F238E27FC236}">
                <a16:creationId xmlns:a16="http://schemas.microsoft.com/office/drawing/2014/main" id="{6D553ACF-134E-751C-9E1C-51AF222F35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312" y="2057550"/>
            <a:ext cx="977756" cy="809304"/>
          </a:xfrm>
          <a:prstGeom prst="rect">
            <a:avLst/>
          </a:prstGeom>
        </p:spPr>
      </p:pic>
      <p:pic>
        <p:nvPicPr>
          <p:cNvPr id="115" name="Рисунок 114">
            <a:extLst>
              <a:ext uri="{FF2B5EF4-FFF2-40B4-BE49-F238E27FC236}">
                <a16:creationId xmlns:a16="http://schemas.microsoft.com/office/drawing/2014/main" id="{590FA76F-B18D-5D8C-53A2-7B73CBB3C1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114" y="3360748"/>
            <a:ext cx="809305" cy="809305"/>
          </a:xfrm>
          <a:prstGeom prst="rect">
            <a:avLst/>
          </a:prstGeom>
        </p:spPr>
      </p:pic>
      <p:pic>
        <p:nvPicPr>
          <p:cNvPr id="117" name="Рисунок 116">
            <a:extLst>
              <a:ext uri="{FF2B5EF4-FFF2-40B4-BE49-F238E27FC236}">
                <a16:creationId xmlns:a16="http://schemas.microsoft.com/office/drawing/2014/main" id="{60D5F531-3915-9471-9A32-6BD24EA7414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4448" y="4128843"/>
            <a:ext cx="809304" cy="809304"/>
          </a:xfrm>
          <a:prstGeom prst="rect">
            <a:avLst/>
          </a:prstGeom>
        </p:spPr>
      </p:pic>
      <p:pic>
        <p:nvPicPr>
          <p:cNvPr id="119" name="Рисунок 118">
            <a:extLst>
              <a:ext uri="{FF2B5EF4-FFF2-40B4-BE49-F238E27FC236}">
                <a16:creationId xmlns:a16="http://schemas.microsoft.com/office/drawing/2014/main" id="{C5418F40-1E06-D1B6-FD5C-ECF6CCF214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555" y="3360749"/>
            <a:ext cx="809304" cy="809304"/>
          </a:xfrm>
          <a:prstGeom prst="rect">
            <a:avLst/>
          </a:prstGeom>
        </p:spPr>
      </p:pic>
      <p:pic>
        <p:nvPicPr>
          <p:cNvPr id="125" name="Рисунок 124">
            <a:extLst>
              <a:ext uri="{FF2B5EF4-FFF2-40B4-BE49-F238E27FC236}">
                <a16:creationId xmlns:a16="http://schemas.microsoft.com/office/drawing/2014/main" id="{EBA80FE7-3F20-7FBC-C442-FF29757786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071" y="1833902"/>
            <a:ext cx="626516" cy="626516"/>
          </a:xfrm>
          <a:prstGeom prst="rect">
            <a:avLst/>
          </a:prstGeom>
        </p:spPr>
      </p:pic>
      <p:pic>
        <p:nvPicPr>
          <p:cNvPr id="127" name="Рисунок 126">
            <a:extLst>
              <a:ext uri="{FF2B5EF4-FFF2-40B4-BE49-F238E27FC236}">
                <a16:creationId xmlns:a16="http://schemas.microsoft.com/office/drawing/2014/main" id="{162D4DAE-41BA-80A1-347A-E5699A8018C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714" y="1053801"/>
            <a:ext cx="626516" cy="626516"/>
          </a:xfrm>
          <a:prstGeom prst="rect">
            <a:avLst/>
          </a:prstGeom>
        </p:spPr>
      </p:pic>
      <p:pic>
        <p:nvPicPr>
          <p:cNvPr id="129" name="Рисунок 128">
            <a:extLst>
              <a:ext uri="{FF2B5EF4-FFF2-40B4-BE49-F238E27FC236}">
                <a16:creationId xmlns:a16="http://schemas.microsoft.com/office/drawing/2014/main" id="{57DED9E8-2A57-1C67-216D-BD41DB8379C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114" y="674517"/>
            <a:ext cx="626516" cy="626516"/>
          </a:xfrm>
          <a:prstGeom prst="rect">
            <a:avLst/>
          </a:prstGeom>
        </p:spPr>
      </p:pic>
      <p:pic>
        <p:nvPicPr>
          <p:cNvPr id="131" name="Рисунок 130">
            <a:extLst>
              <a:ext uri="{FF2B5EF4-FFF2-40B4-BE49-F238E27FC236}">
                <a16:creationId xmlns:a16="http://schemas.microsoft.com/office/drawing/2014/main" id="{7708B4AD-DC37-7105-8E57-451ECEE9A20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1190" y="361259"/>
            <a:ext cx="626516" cy="626516"/>
          </a:xfrm>
          <a:prstGeom prst="rect">
            <a:avLst/>
          </a:prstGeom>
        </p:spPr>
      </p:pic>
      <p:pic>
        <p:nvPicPr>
          <p:cNvPr id="133" name="Рисунок 132">
            <a:extLst>
              <a:ext uri="{FF2B5EF4-FFF2-40B4-BE49-F238E27FC236}">
                <a16:creationId xmlns:a16="http://schemas.microsoft.com/office/drawing/2014/main" id="{0DBE8F4A-AEDE-604D-BB64-53EA4798CBA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555" y="419033"/>
            <a:ext cx="626516" cy="626516"/>
          </a:xfrm>
          <a:prstGeom prst="rect">
            <a:avLst/>
          </a:prstGeom>
        </p:spPr>
      </p:pic>
      <p:pic>
        <p:nvPicPr>
          <p:cNvPr id="135" name="Рисунок 134">
            <a:extLst>
              <a:ext uri="{FF2B5EF4-FFF2-40B4-BE49-F238E27FC236}">
                <a16:creationId xmlns:a16="http://schemas.microsoft.com/office/drawing/2014/main" id="{EED65C36-52F8-4CA7-FFC5-D0044B25019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7618" y="1744292"/>
            <a:ext cx="626516" cy="626516"/>
          </a:xfrm>
          <a:prstGeom prst="rect">
            <a:avLst/>
          </a:prstGeom>
        </p:spPr>
      </p:pic>
      <p:pic>
        <p:nvPicPr>
          <p:cNvPr id="137" name="Рисунок 136">
            <a:extLst>
              <a:ext uri="{FF2B5EF4-FFF2-40B4-BE49-F238E27FC236}">
                <a16:creationId xmlns:a16="http://schemas.microsoft.com/office/drawing/2014/main" id="{285A62E0-A1D9-F620-1AAC-4F9282A29F0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354" y="884419"/>
            <a:ext cx="626516" cy="626516"/>
          </a:xfrm>
          <a:prstGeom prst="rect">
            <a:avLst/>
          </a:prstGeom>
        </p:spPr>
      </p:pic>
      <p:pic>
        <p:nvPicPr>
          <p:cNvPr id="144" name="Рисунок 143">
            <a:extLst>
              <a:ext uri="{FF2B5EF4-FFF2-40B4-BE49-F238E27FC236}">
                <a16:creationId xmlns:a16="http://schemas.microsoft.com/office/drawing/2014/main" id="{95611FB6-0A98-A26F-5E56-026726014AD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708" y="3502327"/>
            <a:ext cx="626516" cy="626516"/>
          </a:xfrm>
          <a:prstGeom prst="rect">
            <a:avLst/>
          </a:prstGeom>
        </p:spPr>
      </p:pic>
      <p:pic>
        <p:nvPicPr>
          <p:cNvPr id="146" name="Рисунок 145">
            <a:extLst>
              <a:ext uri="{FF2B5EF4-FFF2-40B4-BE49-F238E27FC236}">
                <a16:creationId xmlns:a16="http://schemas.microsoft.com/office/drawing/2014/main" id="{03957364-7064-7093-5226-F8CD3B1EA3C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7246" y="4248664"/>
            <a:ext cx="626517" cy="626517"/>
          </a:xfrm>
          <a:prstGeom prst="rect">
            <a:avLst/>
          </a:prstGeom>
        </p:spPr>
      </p:pic>
      <p:pic>
        <p:nvPicPr>
          <p:cNvPr id="148" name="Рисунок 147">
            <a:extLst>
              <a:ext uri="{FF2B5EF4-FFF2-40B4-BE49-F238E27FC236}">
                <a16:creationId xmlns:a16="http://schemas.microsoft.com/office/drawing/2014/main" id="{1EB69E8C-9331-5533-9150-A92DBB0823F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157" y="4995002"/>
            <a:ext cx="621319" cy="621319"/>
          </a:xfrm>
          <a:prstGeom prst="rect">
            <a:avLst/>
          </a:prstGeom>
        </p:spPr>
      </p:pic>
      <p:pic>
        <p:nvPicPr>
          <p:cNvPr id="152" name="Рисунок 151">
            <a:extLst>
              <a:ext uri="{FF2B5EF4-FFF2-40B4-BE49-F238E27FC236}">
                <a16:creationId xmlns:a16="http://schemas.microsoft.com/office/drawing/2014/main" id="{5BD66276-018F-BDD2-DB83-CA023C6D115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5842" y="5768978"/>
            <a:ext cx="626516" cy="626516"/>
          </a:xfrm>
          <a:prstGeom prst="rect">
            <a:avLst/>
          </a:prstGeom>
        </p:spPr>
      </p:pic>
      <p:pic>
        <p:nvPicPr>
          <p:cNvPr id="154" name="Рисунок 153">
            <a:extLst>
              <a:ext uri="{FF2B5EF4-FFF2-40B4-BE49-F238E27FC236}">
                <a16:creationId xmlns:a16="http://schemas.microsoft.com/office/drawing/2014/main" id="{46744921-7526-868A-EDAE-038F725B124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967" y="5536247"/>
            <a:ext cx="615410" cy="615410"/>
          </a:xfrm>
          <a:prstGeom prst="rect">
            <a:avLst/>
          </a:prstGeom>
        </p:spPr>
      </p:pic>
      <p:pic>
        <p:nvPicPr>
          <p:cNvPr id="156" name="Рисунок 155">
            <a:extLst>
              <a:ext uri="{FF2B5EF4-FFF2-40B4-BE49-F238E27FC236}">
                <a16:creationId xmlns:a16="http://schemas.microsoft.com/office/drawing/2014/main" id="{1F0663EA-D89A-91F7-540D-217EFF43163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076" y="4670203"/>
            <a:ext cx="620673" cy="620673"/>
          </a:xfrm>
          <a:prstGeom prst="rect">
            <a:avLst/>
          </a:prstGeom>
        </p:spPr>
      </p:pic>
      <p:pic>
        <p:nvPicPr>
          <p:cNvPr id="158" name="Рисунок 157">
            <a:extLst>
              <a:ext uri="{FF2B5EF4-FFF2-40B4-BE49-F238E27FC236}">
                <a16:creationId xmlns:a16="http://schemas.microsoft.com/office/drawing/2014/main" id="{A8BB7FA4-0FF1-B67F-757F-FFAD4313795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1402" y="3128332"/>
            <a:ext cx="620673" cy="62067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B5F6E8-454A-74AE-C625-3B6E4B7B234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1429" y="5531607"/>
            <a:ext cx="620673" cy="62067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1E6F09B-4C28-57EB-BA24-B3F023873F3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426" y="2689062"/>
            <a:ext cx="620674" cy="620674"/>
          </a:xfrm>
          <a:prstGeom prst="rect">
            <a:avLst/>
          </a:prstGeom>
        </p:spPr>
      </p:pic>
      <p:sp useBgFill="1"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94DEF5B3-C5DA-01D4-CC37-87D29AE564A0}"/>
              </a:ext>
            </a:extLst>
          </p:cNvPr>
          <p:cNvSpPr/>
          <p:nvPr/>
        </p:nvSpPr>
        <p:spPr>
          <a:xfrm>
            <a:off x="393987" y="584873"/>
            <a:ext cx="4237185" cy="1508470"/>
          </a:xfrm>
          <a:prstGeom prst="roundRect">
            <a:avLst/>
          </a:prstGeom>
          <a:ln>
            <a:solidFill>
              <a:schemeClr val="bg1"/>
            </a:solidFill>
          </a:ln>
          <a:effectLst>
            <a:innerShdw blurRad="635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6942FB-0CAC-1B12-35BE-ABEBC835B17C}"/>
              </a:ext>
            </a:extLst>
          </p:cNvPr>
          <p:cNvSpPr txBox="1"/>
          <p:nvPr/>
        </p:nvSpPr>
        <p:spPr>
          <a:xfrm>
            <a:off x="474228" y="1353921"/>
            <a:ext cx="40767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Обзор проекта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D823A37A-3053-EAB1-5ADE-F35E5D92BC26}"/>
              </a:ext>
            </a:extLst>
          </p:cNvPr>
          <p:cNvCxnSpPr>
            <a:cxnSpLocks/>
          </p:cNvCxnSpPr>
          <p:nvPr/>
        </p:nvCxnSpPr>
        <p:spPr>
          <a:xfrm>
            <a:off x="742309" y="1003857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6" name="Овал 5">
            <a:extLst>
              <a:ext uri="{FF2B5EF4-FFF2-40B4-BE49-F238E27FC236}">
                <a16:creationId xmlns:a16="http://schemas.microsoft.com/office/drawing/2014/main" id="{8E416B7A-4DDC-D821-1EA9-946660800C29}"/>
              </a:ext>
            </a:extLst>
          </p:cNvPr>
          <p:cNvSpPr/>
          <p:nvPr/>
        </p:nvSpPr>
        <p:spPr>
          <a:xfrm>
            <a:off x="2200260" y="698571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7B0B16F-5F9B-8E7D-6DB0-5E69787AA6F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BEBA8EAE-BF5A-486C-A8C5-ECC9F3942E4B}">
                <a14:imgProps xmlns:a14="http://schemas.microsoft.com/office/drawing/2010/main">
                  <a14:imgLayer r:embed="rId26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303" y="771899"/>
            <a:ext cx="463917" cy="463917"/>
          </a:xfrm>
          <a:prstGeom prst="rect">
            <a:avLst/>
          </a:prstGeom>
        </p:spPr>
      </p:pic>
      <p:sp>
        <p:nvSpPr>
          <p:cNvPr id="18" name="Овал 17">
            <a:extLst>
              <a:ext uri="{FF2B5EF4-FFF2-40B4-BE49-F238E27FC236}">
                <a16:creationId xmlns:a16="http://schemas.microsoft.com/office/drawing/2014/main" id="{24B455D9-A1DF-F2B3-9B43-15A964A1E59F}"/>
              </a:ext>
            </a:extLst>
          </p:cNvPr>
          <p:cNvSpPr/>
          <p:nvPr/>
        </p:nvSpPr>
        <p:spPr>
          <a:xfrm>
            <a:off x="3807726" y="3443264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90466889-982C-04D4-92D5-4F324DAE0C05}"/>
              </a:ext>
            </a:extLst>
          </p:cNvPr>
          <p:cNvSpPr/>
          <p:nvPr/>
        </p:nvSpPr>
        <p:spPr>
          <a:xfrm>
            <a:off x="2187402" y="4561922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62A071E7-D6B7-8B42-EB25-3BE22B8E3961}"/>
              </a:ext>
            </a:extLst>
          </p:cNvPr>
          <p:cNvSpPr/>
          <p:nvPr/>
        </p:nvSpPr>
        <p:spPr>
          <a:xfrm>
            <a:off x="996498" y="6024334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12711C66-E08F-8385-E9DB-FE5BEE9E8921}"/>
              </a:ext>
            </a:extLst>
          </p:cNvPr>
          <p:cNvSpPr/>
          <p:nvPr/>
        </p:nvSpPr>
        <p:spPr>
          <a:xfrm>
            <a:off x="4109897" y="4495333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BA73D3E8-FEB4-10BB-B963-6E5E55A017BB}"/>
              </a:ext>
            </a:extLst>
          </p:cNvPr>
          <p:cNvSpPr/>
          <p:nvPr/>
        </p:nvSpPr>
        <p:spPr>
          <a:xfrm>
            <a:off x="2513208" y="3090622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FE7BA7A8-0DED-AD14-38DC-5E83D6991527}"/>
              </a:ext>
            </a:extLst>
          </p:cNvPr>
          <p:cNvSpPr/>
          <p:nvPr/>
        </p:nvSpPr>
        <p:spPr>
          <a:xfrm>
            <a:off x="2256885" y="5768978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62171257-7212-5E44-F8BD-0D9FC7072554}"/>
              </a:ext>
            </a:extLst>
          </p:cNvPr>
          <p:cNvSpPr/>
          <p:nvPr/>
        </p:nvSpPr>
        <p:spPr>
          <a:xfrm>
            <a:off x="4503494" y="5898320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73E61372-82CC-0F5B-3593-6FD723E8DCE3}"/>
              </a:ext>
            </a:extLst>
          </p:cNvPr>
          <p:cNvSpPr/>
          <p:nvPr/>
        </p:nvSpPr>
        <p:spPr>
          <a:xfrm>
            <a:off x="1424732" y="2713675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40E80AAC-5EDF-6E48-9EC8-B30E238C0E7A}"/>
              </a:ext>
            </a:extLst>
          </p:cNvPr>
          <p:cNvSpPr/>
          <p:nvPr/>
        </p:nvSpPr>
        <p:spPr>
          <a:xfrm>
            <a:off x="994707" y="4725183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EF38F35D-127C-A0F5-9218-21EF1F8D5FF4}"/>
              </a:ext>
            </a:extLst>
          </p:cNvPr>
          <p:cNvSpPr/>
          <p:nvPr/>
        </p:nvSpPr>
        <p:spPr>
          <a:xfrm>
            <a:off x="742309" y="3493649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2040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AE4CE84-96E3-8B79-02DF-F683782D7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 useBgFill="1"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6FE3E9A8-02E5-77CB-939F-664CE9217B99}"/>
              </a:ext>
            </a:extLst>
          </p:cNvPr>
          <p:cNvSpPr/>
          <p:nvPr/>
        </p:nvSpPr>
        <p:spPr>
          <a:xfrm>
            <a:off x="4927698" y="4085929"/>
            <a:ext cx="2867420" cy="78312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C2D3CCD-5BDA-597E-76A0-D4F84A860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695988">
            <a:off x="-7318174" y="-1613834"/>
            <a:ext cx="13474494" cy="10293396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5" name="Freeform 67">
            <a:extLst>
              <a:ext uri="{FF2B5EF4-FFF2-40B4-BE49-F238E27FC236}">
                <a16:creationId xmlns:a16="http://schemas.microsoft.com/office/drawing/2014/main" id="{F4B69161-0248-6597-481C-DD00ED473D7E}"/>
              </a:ext>
            </a:extLst>
          </p:cNvPr>
          <p:cNvSpPr>
            <a:spLocks/>
          </p:cNvSpPr>
          <p:nvPr/>
        </p:nvSpPr>
        <p:spPr bwMode="auto">
          <a:xfrm rot="5400000">
            <a:off x="1162049" y="381002"/>
            <a:ext cx="1485899" cy="4876802"/>
          </a:xfrm>
          <a:custGeom>
            <a:avLst/>
            <a:gdLst>
              <a:gd name="T0" fmla="*/ 0 w 5335"/>
              <a:gd name="T1" fmla="*/ 845 h 17266"/>
              <a:gd name="T2" fmla="*/ 5335 w 5335"/>
              <a:gd name="T3" fmla="*/ 0 h 17266"/>
              <a:gd name="T4" fmla="*/ 5335 w 5335"/>
              <a:gd name="T5" fmla="*/ 17266 h 17266"/>
              <a:gd name="T6" fmla="*/ 0 w 5335"/>
              <a:gd name="T7" fmla="*/ 845 h 17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35" h="17266">
                <a:moveTo>
                  <a:pt x="0" y="845"/>
                </a:moveTo>
                <a:cubicBezTo>
                  <a:pt x="1723" y="285"/>
                  <a:pt x="3523" y="0"/>
                  <a:pt x="5335" y="0"/>
                </a:cubicBezTo>
                <a:lnTo>
                  <a:pt x="5335" y="17266"/>
                </a:lnTo>
                <a:lnTo>
                  <a:pt x="0" y="845"/>
                </a:lnTo>
                <a:close/>
              </a:path>
            </a:pathLst>
          </a:custGeom>
          <a:solidFill>
            <a:srgbClr val="FF66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2155200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68" name="Рисунок 2067">
            <a:extLst>
              <a:ext uri="{FF2B5EF4-FFF2-40B4-BE49-F238E27FC236}">
                <a16:creationId xmlns:a16="http://schemas.microsoft.com/office/drawing/2014/main" id="{D2573FEB-3423-9547-750E-98FE9A543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328722">
            <a:off x="-4038248" y="415997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2" name="Freeform 19">
            <a:extLst>
              <a:ext uri="{FF2B5EF4-FFF2-40B4-BE49-F238E27FC236}">
                <a16:creationId xmlns:a16="http://schemas.microsoft.com/office/drawing/2014/main" id="{3A35EAA0-9A56-3FDC-1F3E-D11F9380DF71}"/>
              </a:ext>
            </a:extLst>
          </p:cNvPr>
          <p:cNvSpPr>
            <a:spLocks/>
          </p:cNvSpPr>
          <p:nvPr/>
        </p:nvSpPr>
        <p:spPr bwMode="auto">
          <a:xfrm rot="17320436">
            <a:off x="-768080" y="2563322"/>
            <a:ext cx="3125670" cy="2842548"/>
          </a:xfrm>
          <a:custGeom>
            <a:avLst/>
            <a:gdLst>
              <a:gd name="T0" fmla="*/ 11170 w 11170"/>
              <a:gd name="T1" fmla="*/ 7687 h 10107"/>
              <a:gd name="T2" fmla="*/ 0 w 11170"/>
              <a:gd name="T3" fmla="*/ 7687 h 10107"/>
              <a:gd name="T4" fmla="*/ 5585 w 11170"/>
              <a:gd name="T5" fmla="*/ 0 h 10107"/>
              <a:gd name="T6" fmla="*/ 11170 w 11170"/>
              <a:gd name="T7" fmla="*/ 7687 h 10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170" h="10107">
                <a:moveTo>
                  <a:pt x="11170" y="7687"/>
                </a:moveTo>
                <a:cubicBezTo>
                  <a:pt x="7840" y="10107"/>
                  <a:pt x="3331" y="10107"/>
                  <a:pt x="0" y="7687"/>
                </a:cubicBezTo>
                <a:lnTo>
                  <a:pt x="5585" y="0"/>
                </a:lnTo>
                <a:lnTo>
                  <a:pt x="11170" y="7687"/>
                </a:lnTo>
                <a:close/>
              </a:path>
            </a:pathLst>
          </a:custGeom>
          <a:solidFill>
            <a:srgbClr val="FF66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92FF9D5-1DF8-C481-B1B0-5C21E153A2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98" y="3314700"/>
            <a:ext cx="1418948" cy="14189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8B63B49-9374-189C-919A-FA8466AFD8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1044" y="4367551"/>
            <a:ext cx="1714290" cy="141894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3A70FEB-A227-3EC7-0AE8-8D4E083CA3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92444" y="3259125"/>
            <a:ext cx="1418948" cy="141894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342A851-3943-96A9-D654-FDF753EAA00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88442" y="1403461"/>
            <a:ext cx="1418944" cy="141894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A8F13F9-40DA-0874-EE81-A7E9A27E01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6416" y="1434440"/>
            <a:ext cx="1418944" cy="141894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5737F9F-5C1D-5524-7FC2-25393B1D0B1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524" y="2406278"/>
            <a:ext cx="1098464" cy="109846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B32DBFB-991D-EE35-368F-CBE80C729AA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597" y="3665850"/>
            <a:ext cx="1098464" cy="109846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9AEA005-235A-4EEE-4507-3FF091705BD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5716" y="4925257"/>
            <a:ext cx="1098464" cy="109846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9D44864-DEC0-D5EC-8AD9-D1349905FF0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246" y="5929332"/>
            <a:ext cx="1098464" cy="10984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6785741-85A4-17C2-9D13-C1D165F51A8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538" y="6676309"/>
            <a:ext cx="1098464" cy="109846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2C312EA-78FB-CB25-C43C-AEEF339825D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92444" y="6601203"/>
            <a:ext cx="1098464" cy="109846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311071C-774F-C434-5D15-A36A699C388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39917" y="6979172"/>
            <a:ext cx="1098464" cy="109846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7C61D36-FC80-06CC-04BB-1E39BA17A19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23564" y="4764314"/>
            <a:ext cx="1098464" cy="109846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33DFA4C-40F9-4892-62E8-9AE0B7E174F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35906" y="3485571"/>
            <a:ext cx="1098466" cy="1098466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DB58CDA-6A69-98CF-B747-C9A5198BD0F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00774" y="2276783"/>
            <a:ext cx="1089354" cy="1089354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AE3C66F9-CD42-F569-928B-FC65EAFB303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63208" y="-314302"/>
            <a:ext cx="1098464" cy="109846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FE95AA7-3C38-6FE9-0038-6DC44C77DD1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9117" y="-1059165"/>
            <a:ext cx="1078992" cy="1078992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E0FD5831-C823-ABCE-53E6-C7695D1F303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09" y="-896628"/>
            <a:ext cx="1088220" cy="108822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C9E6F98F-AA7F-E5C3-62C7-A2EA49A929C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475" y="571021"/>
            <a:ext cx="1088220" cy="108822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924CD337-5ACD-78DC-AD86-DCC9E703631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56097" y="898423"/>
            <a:ext cx="1088220" cy="108822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1D7C7863-0339-5048-24CD-EB11BCFAC32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39046" y="5800213"/>
            <a:ext cx="1088220" cy="1088220"/>
          </a:xfrm>
          <a:prstGeom prst="rect">
            <a:avLst/>
          </a:prstGeom>
        </p:spPr>
      </p:pic>
      <p:sp useBgFill="1"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504AC72D-C7F7-CFE6-0F48-9E9D2B29E514}"/>
              </a:ext>
            </a:extLst>
          </p:cNvPr>
          <p:cNvSpPr/>
          <p:nvPr/>
        </p:nvSpPr>
        <p:spPr>
          <a:xfrm>
            <a:off x="5370297" y="2096932"/>
            <a:ext cx="5473152" cy="1568918"/>
          </a:xfrm>
          <a:prstGeom prst="roundRect">
            <a:avLst/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39745A-3F14-3D29-6CEF-001B828C23F0}"/>
              </a:ext>
            </a:extLst>
          </p:cNvPr>
          <p:cNvSpPr txBox="1"/>
          <p:nvPr/>
        </p:nvSpPr>
        <p:spPr>
          <a:xfrm>
            <a:off x="5585210" y="2342782"/>
            <a:ext cx="50433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Настольное приложение для сотрудников почты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6E8E41-93DC-88AC-3143-8460D6B85A94}"/>
              </a:ext>
            </a:extLst>
          </p:cNvPr>
          <p:cNvSpPr txBox="1"/>
          <p:nvPr/>
        </p:nvSpPr>
        <p:spPr>
          <a:xfrm>
            <a:off x="5778370" y="4214400"/>
            <a:ext cx="1932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Оператор</a:t>
            </a:r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A997CCB1-27F2-76EC-D540-D1B9FF0E21C3}"/>
              </a:ext>
            </a:extLst>
          </p:cNvPr>
          <p:cNvSpPr/>
          <p:nvPr/>
        </p:nvSpPr>
        <p:spPr>
          <a:xfrm>
            <a:off x="5132728" y="4147814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0696F303-B16E-5D6D-6363-0F18E61D4335}"/>
              </a:ext>
            </a:extLst>
          </p:cNvPr>
          <p:cNvSpPr/>
          <p:nvPr/>
        </p:nvSpPr>
        <p:spPr>
          <a:xfrm>
            <a:off x="8127329" y="4085928"/>
            <a:ext cx="3589701" cy="783121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CE8D4D-A780-9509-C980-41CCD94CED10}"/>
              </a:ext>
            </a:extLst>
          </p:cNvPr>
          <p:cNvSpPr txBox="1"/>
          <p:nvPr/>
        </p:nvSpPr>
        <p:spPr>
          <a:xfrm>
            <a:off x="8977402" y="4214400"/>
            <a:ext cx="20714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Почтальон</a:t>
            </a: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85C420AE-9FB8-130A-6745-9A73685AF066}"/>
              </a:ext>
            </a:extLst>
          </p:cNvPr>
          <p:cNvSpPr/>
          <p:nvPr/>
        </p:nvSpPr>
        <p:spPr>
          <a:xfrm>
            <a:off x="8331760" y="4147814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03E13BEB-CADC-6CE7-0D6F-67C6B50A753E}"/>
              </a:ext>
            </a:extLst>
          </p:cNvPr>
          <p:cNvSpPr/>
          <p:nvPr/>
        </p:nvSpPr>
        <p:spPr>
          <a:xfrm>
            <a:off x="4927698" y="5118536"/>
            <a:ext cx="2867420" cy="78312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17B1C78-9920-5B82-B11C-AF972773F536}"/>
              </a:ext>
            </a:extLst>
          </p:cNvPr>
          <p:cNvSpPr txBox="1"/>
          <p:nvPr/>
        </p:nvSpPr>
        <p:spPr>
          <a:xfrm>
            <a:off x="5778370" y="5247007"/>
            <a:ext cx="1932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Директор</a:t>
            </a:r>
          </a:p>
        </p:txBody>
      </p:sp>
      <p:sp>
        <p:nvSpPr>
          <p:cNvPr id="47" name="Овал 46">
            <a:extLst>
              <a:ext uri="{FF2B5EF4-FFF2-40B4-BE49-F238E27FC236}">
                <a16:creationId xmlns:a16="http://schemas.microsoft.com/office/drawing/2014/main" id="{B7BE877D-25CC-CED3-0BA5-25865DAEE417}"/>
              </a:ext>
            </a:extLst>
          </p:cNvPr>
          <p:cNvSpPr/>
          <p:nvPr/>
        </p:nvSpPr>
        <p:spPr>
          <a:xfrm>
            <a:off x="5132728" y="5180421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F0080197-834F-FFB6-0EC4-FFD1CAF3F4D5}"/>
              </a:ext>
            </a:extLst>
          </p:cNvPr>
          <p:cNvSpPr/>
          <p:nvPr/>
        </p:nvSpPr>
        <p:spPr>
          <a:xfrm>
            <a:off x="8127329" y="5118535"/>
            <a:ext cx="3589701" cy="783121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47EA3AC-B821-3472-1A53-4CBA22478CB6}"/>
              </a:ext>
            </a:extLst>
          </p:cNvPr>
          <p:cNvSpPr txBox="1"/>
          <p:nvPr/>
        </p:nvSpPr>
        <p:spPr>
          <a:xfrm>
            <a:off x="8977402" y="5247007"/>
            <a:ext cx="2564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Руководитель</a:t>
            </a:r>
          </a:p>
        </p:txBody>
      </p:sp>
      <p:sp>
        <p:nvSpPr>
          <p:cNvPr id="50" name="Овал 49">
            <a:extLst>
              <a:ext uri="{FF2B5EF4-FFF2-40B4-BE49-F238E27FC236}">
                <a16:creationId xmlns:a16="http://schemas.microsoft.com/office/drawing/2014/main" id="{DF5F8259-037B-CA7C-8FF4-1A42A7732293}"/>
              </a:ext>
            </a:extLst>
          </p:cNvPr>
          <p:cNvSpPr/>
          <p:nvPr/>
        </p:nvSpPr>
        <p:spPr>
          <a:xfrm>
            <a:off x="8336486" y="5180421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>
        <p:nvSpPr>
          <p:cNvPr id="29" name="Параллелограмм 28">
            <a:extLst>
              <a:ext uri="{FF2B5EF4-FFF2-40B4-BE49-F238E27FC236}">
                <a16:creationId xmlns:a16="http://schemas.microsoft.com/office/drawing/2014/main" id="{730A568A-DC45-F340-1049-2694F3F669A3}"/>
              </a:ext>
            </a:extLst>
          </p:cNvPr>
          <p:cNvSpPr/>
          <p:nvPr/>
        </p:nvSpPr>
        <p:spPr>
          <a:xfrm>
            <a:off x="3821906" y="103132"/>
            <a:ext cx="4834248" cy="85419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: скругленные верхние углы 29">
            <a:extLst>
              <a:ext uri="{FF2B5EF4-FFF2-40B4-BE49-F238E27FC236}">
                <a16:creationId xmlns:a16="http://schemas.microsoft.com/office/drawing/2014/main" id="{F3F5DAD2-2500-9B1B-C80A-F2532A4AD0EA}"/>
              </a:ext>
            </a:extLst>
          </p:cNvPr>
          <p:cNvSpPr/>
          <p:nvPr/>
        </p:nvSpPr>
        <p:spPr>
          <a:xfrm rot="5400000">
            <a:off x="8087103" y="-54966"/>
            <a:ext cx="854770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араллелограмм 33">
            <a:extLst>
              <a:ext uri="{FF2B5EF4-FFF2-40B4-BE49-F238E27FC236}">
                <a16:creationId xmlns:a16="http://schemas.microsoft.com/office/drawing/2014/main" id="{FECA49C0-C069-FD37-B41C-C792F3A712F1}"/>
              </a:ext>
            </a:extLst>
          </p:cNvPr>
          <p:cNvSpPr/>
          <p:nvPr/>
        </p:nvSpPr>
        <p:spPr>
          <a:xfrm>
            <a:off x="4108108" y="191592"/>
            <a:ext cx="3869738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C36B62D-5646-1A54-5E45-57C0F4317BC4}"/>
              </a:ext>
            </a:extLst>
          </p:cNvPr>
          <p:cNvSpPr txBox="1"/>
          <p:nvPr/>
        </p:nvSpPr>
        <p:spPr>
          <a:xfrm>
            <a:off x="4602944" y="100152"/>
            <a:ext cx="30065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PostalApp</a:t>
            </a:r>
            <a:endParaRPr lang="ru-RU" sz="4400" dirty="0">
              <a:solidFill>
                <a:schemeClr val="tx2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36" name="Параллелограмм 35">
            <a:extLst>
              <a:ext uri="{FF2B5EF4-FFF2-40B4-BE49-F238E27FC236}">
                <a16:creationId xmlns:a16="http://schemas.microsoft.com/office/drawing/2014/main" id="{DD74C127-D2DC-874D-56E3-11B232325DFD}"/>
              </a:ext>
            </a:extLst>
          </p:cNvPr>
          <p:cNvSpPr/>
          <p:nvPr/>
        </p:nvSpPr>
        <p:spPr>
          <a:xfrm>
            <a:off x="4207827" y="999004"/>
            <a:ext cx="3465299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E3D769D-F596-3DC0-4F12-09B1E0BAD247}"/>
              </a:ext>
            </a:extLst>
          </p:cNvPr>
          <p:cNvSpPr txBox="1"/>
          <p:nvPr/>
        </p:nvSpPr>
        <p:spPr>
          <a:xfrm>
            <a:off x="4620993" y="932783"/>
            <a:ext cx="26101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Назначение</a:t>
            </a:r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92235AE4-466B-B11D-5615-13B64DCEB30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547" y="163906"/>
            <a:ext cx="734517" cy="734517"/>
          </a:xfrm>
          <a:prstGeom prst="rect">
            <a:avLst/>
          </a:prstGeom>
        </p:spPr>
      </p:pic>
      <p:sp useBgFill="1"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CC2AA775-44AD-26F4-79B4-385E8485265E}"/>
              </a:ext>
            </a:extLst>
          </p:cNvPr>
          <p:cNvSpPr/>
          <p:nvPr/>
        </p:nvSpPr>
        <p:spPr>
          <a:xfrm>
            <a:off x="0" y="-3303124"/>
            <a:ext cx="4237185" cy="1508470"/>
          </a:xfrm>
          <a:prstGeom prst="roundRect">
            <a:avLst/>
          </a:prstGeom>
          <a:ln>
            <a:solidFill>
              <a:schemeClr val="bg1"/>
            </a:solidFill>
          </a:ln>
          <a:effectLst>
            <a:innerShdw blurRad="635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46A5E1-11BA-D6C1-4A1E-CF135D14D858}"/>
              </a:ext>
            </a:extLst>
          </p:cNvPr>
          <p:cNvSpPr txBox="1"/>
          <p:nvPr/>
        </p:nvSpPr>
        <p:spPr>
          <a:xfrm>
            <a:off x="80241" y="-2534076"/>
            <a:ext cx="40767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Обзор проекта</a:t>
            </a:r>
          </a:p>
        </p:txBody>
      </p: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C09EE1F3-5069-3FCB-1A07-8F217917E426}"/>
              </a:ext>
            </a:extLst>
          </p:cNvPr>
          <p:cNvCxnSpPr>
            <a:cxnSpLocks/>
          </p:cNvCxnSpPr>
          <p:nvPr/>
        </p:nvCxnSpPr>
        <p:spPr>
          <a:xfrm>
            <a:off x="348322" y="-2884140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51" name="Овал 50">
            <a:extLst>
              <a:ext uri="{FF2B5EF4-FFF2-40B4-BE49-F238E27FC236}">
                <a16:creationId xmlns:a16="http://schemas.microsoft.com/office/drawing/2014/main" id="{E1275325-ABCC-C6BF-6878-499F8275F23E}"/>
              </a:ext>
            </a:extLst>
          </p:cNvPr>
          <p:cNvSpPr/>
          <p:nvPr/>
        </p:nvSpPr>
        <p:spPr>
          <a:xfrm>
            <a:off x="1806273" y="-3189426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F7840B9A-4C9C-2B67-6402-7EEBB0C5D1A8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316" y="-3116098"/>
            <a:ext cx="463917" cy="463917"/>
          </a:xfrm>
          <a:prstGeom prst="rect">
            <a:avLst/>
          </a:prstGeom>
        </p:spPr>
      </p:pic>
      <p:sp>
        <p:nvSpPr>
          <p:cNvPr id="53" name="Овал 52">
            <a:extLst>
              <a:ext uri="{FF2B5EF4-FFF2-40B4-BE49-F238E27FC236}">
                <a16:creationId xmlns:a16="http://schemas.microsoft.com/office/drawing/2014/main" id="{B81F4A7D-60BE-64E5-364F-E8D672B265A7}"/>
              </a:ext>
            </a:extLst>
          </p:cNvPr>
          <p:cNvSpPr/>
          <p:nvPr/>
        </p:nvSpPr>
        <p:spPr>
          <a:xfrm>
            <a:off x="589582" y="12193380"/>
            <a:ext cx="534534" cy="53118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825500">
              <a:schemeClr val="bg1">
                <a:alpha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Овал 53">
            <a:extLst>
              <a:ext uri="{FF2B5EF4-FFF2-40B4-BE49-F238E27FC236}">
                <a16:creationId xmlns:a16="http://schemas.microsoft.com/office/drawing/2014/main" id="{94D02C80-11CE-8F98-BEA8-8CE1BA76F6C6}"/>
              </a:ext>
            </a:extLst>
          </p:cNvPr>
          <p:cNvSpPr/>
          <p:nvPr/>
        </p:nvSpPr>
        <p:spPr>
          <a:xfrm>
            <a:off x="2204895" y="11673877"/>
            <a:ext cx="684839" cy="568539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825500">
              <a:schemeClr val="bg1">
                <a:alpha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Овал 54">
            <a:extLst>
              <a:ext uri="{FF2B5EF4-FFF2-40B4-BE49-F238E27FC236}">
                <a16:creationId xmlns:a16="http://schemas.microsoft.com/office/drawing/2014/main" id="{43114448-B691-9D58-5A18-BF501BB59B74}"/>
              </a:ext>
            </a:extLst>
          </p:cNvPr>
          <p:cNvSpPr/>
          <p:nvPr/>
        </p:nvSpPr>
        <p:spPr>
          <a:xfrm>
            <a:off x="2731071" y="14238724"/>
            <a:ext cx="578157" cy="46073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825500">
              <a:schemeClr val="bg1">
                <a:alpha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Овал 55">
            <a:extLst>
              <a:ext uri="{FF2B5EF4-FFF2-40B4-BE49-F238E27FC236}">
                <a16:creationId xmlns:a16="http://schemas.microsoft.com/office/drawing/2014/main" id="{6D49E598-D31E-7558-FFBD-AF14B928EECF}"/>
              </a:ext>
            </a:extLst>
          </p:cNvPr>
          <p:cNvSpPr/>
          <p:nvPr/>
        </p:nvSpPr>
        <p:spPr>
          <a:xfrm>
            <a:off x="2220407" y="14905375"/>
            <a:ext cx="684838" cy="53118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825500">
              <a:schemeClr val="bg1">
                <a:alpha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Овал 56">
            <a:extLst>
              <a:ext uri="{FF2B5EF4-FFF2-40B4-BE49-F238E27FC236}">
                <a16:creationId xmlns:a16="http://schemas.microsoft.com/office/drawing/2014/main" id="{B85E7326-C62B-9036-1550-D2F6229C21A8}"/>
              </a:ext>
            </a:extLst>
          </p:cNvPr>
          <p:cNvSpPr/>
          <p:nvPr/>
        </p:nvSpPr>
        <p:spPr>
          <a:xfrm>
            <a:off x="4812787" y="15328557"/>
            <a:ext cx="578157" cy="46073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825500">
              <a:schemeClr val="bg1">
                <a:alpha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Овал 57">
            <a:extLst>
              <a:ext uri="{FF2B5EF4-FFF2-40B4-BE49-F238E27FC236}">
                <a16:creationId xmlns:a16="http://schemas.microsoft.com/office/drawing/2014/main" id="{2EFAFC04-3D71-14D2-7478-60FA94C80685}"/>
              </a:ext>
            </a:extLst>
          </p:cNvPr>
          <p:cNvSpPr/>
          <p:nvPr/>
        </p:nvSpPr>
        <p:spPr>
          <a:xfrm>
            <a:off x="2106136" y="13005997"/>
            <a:ext cx="577525" cy="43769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825500">
              <a:schemeClr val="bg1">
                <a:alpha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Овал 58">
            <a:extLst>
              <a:ext uri="{FF2B5EF4-FFF2-40B4-BE49-F238E27FC236}">
                <a16:creationId xmlns:a16="http://schemas.microsoft.com/office/drawing/2014/main" id="{DC478D82-C92C-0CB1-FA32-A92E5FE7DEC3}"/>
              </a:ext>
            </a:extLst>
          </p:cNvPr>
          <p:cNvSpPr/>
          <p:nvPr/>
        </p:nvSpPr>
        <p:spPr>
          <a:xfrm>
            <a:off x="1219078" y="14553594"/>
            <a:ext cx="475360" cy="37881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825500">
              <a:schemeClr val="bg1">
                <a:alpha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Овал 59">
            <a:extLst>
              <a:ext uri="{FF2B5EF4-FFF2-40B4-BE49-F238E27FC236}">
                <a16:creationId xmlns:a16="http://schemas.microsoft.com/office/drawing/2014/main" id="{CB367631-0ADE-13A6-D1AC-3CB7616E35A5}"/>
              </a:ext>
            </a:extLst>
          </p:cNvPr>
          <p:cNvSpPr/>
          <p:nvPr/>
        </p:nvSpPr>
        <p:spPr>
          <a:xfrm>
            <a:off x="880609" y="14115900"/>
            <a:ext cx="577525" cy="43769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825500">
              <a:schemeClr val="bg1">
                <a:alpha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Овал 60">
            <a:extLst>
              <a:ext uri="{FF2B5EF4-FFF2-40B4-BE49-F238E27FC236}">
                <a16:creationId xmlns:a16="http://schemas.microsoft.com/office/drawing/2014/main" id="{331F169D-27EC-B1D1-F921-09ABFFFC0F85}"/>
              </a:ext>
            </a:extLst>
          </p:cNvPr>
          <p:cNvSpPr/>
          <p:nvPr/>
        </p:nvSpPr>
        <p:spPr>
          <a:xfrm rot="10605231">
            <a:off x="3703940" y="12748278"/>
            <a:ext cx="546243" cy="46147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825500">
              <a:schemeClr val="bg1">
                <a:alpha val="25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Овал 61">
            <a:extLst>
              <a:ext uri="{FF2B5EF4-FFF2-40B4-BE49-F238E27FC236}">
                <a16:creationId xmlns:a16="http://schemas.microsoft.com/office/drawing/2014/main" id="{BADC289E-8AE0-CBF0-ABA4-2C08593E687D}"/>
              </a:ext>
            </a:extLst>
          </p:cNvPr>
          <p:cNvSpPr/>
          <p:nvPr/>
        </p:nvSpPr>
        <p:spPr>
          <a:xfrm>
            <a:off x="4774481" y="9652645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8379CF5E-AD4B-0B05-A174-E27885169F2B}"/>
              </a:ext>
            </a:extLst>
          </p:cNvPr>
          <p:cNvSpPr/>
          <p:nvPr/>
        </p:nvSpPr>
        <p:spPr>
          <a:xfrm>
            <a:off x="3154157" y="10771303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48" name="Овал 2047">
            <a:extLst>
              <a:ext uri="{FF2B5EF4-FFF2-40B4-BE49-F238E27FC236}">
                <a16:creationId xmlns:a16="http://schemas.microsoft.com/office/drawing/2014/main" id="{4F06C8AB-8E2E-96D3-2FD4-DBADFE0DF9AD}"/>
              </a:ext>
            </a:extLst>
          </p:cNvPr>
          <p:cNvSpPr/>
          <p:nvPr/>
        </p:nvSpPr>
        <p:spPr>
          <a:xfrm>
            <a:off x="1963253" y="12233715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49" name="Овал 2048">
            <a:extLst>
              <a:ext uri="{FF2B5EF4-FFF2-40B4-BE49-F238E27FC236}">
                <a16:creationId xmlns:a16="http://schemas.microsoft.com/office/drawing/2014/main" id="{52DE2EA5-61FB-3FC3-2967-BEB75A3D9ADD}"/>
              </a:ext>
            </a:extLst>
          </p:cNvPr>
          <p:cNvSpPr/>
          <p:nvPr/>
        </p:nvSpPr>
        <p:spPr>
          <a:xfrm>
            <a:off x="5076652" y="10704714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50" name="Овал 2049">
            <a:extLst>
              <a:ext uri="{FF2B5EF4-FFF2-40B4-BE49-F238E27FC236}">
                <a16:creationId xmlns:a16="http://schemas.microsoft.com/office/drawing/2014/main" id="{3763DCE8-983A-3C49-7E49-EAE55E69A9EE}"/>
              </a:ext>
            </a:extLst>
          </p:cNvPr>
          <p:cNvSpPr/>
          <p:nvPr/>
        </p:nvSpPr>
        <p:spPr>
          <a:xfrm>
            <a:off x="3479963" y="9300003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51" name="Овал 2050">
            <a:extLst>
              <a:ext uri="{FF2B5EF4-FFF2-40B4-BE49-F238E27FC236}">
                <a16:creationId xmlns:a16="http://schemas.microsoft.com/office/drawing/2014/main" id="{F656D1A5-2AD1-4931-5105-A2D04B503CF9}"/>
              </a:ext>
            </a:extLst>
          </p:cNvPr>
          <p:cNvSpPr/>
          <p:nvPr/>
        </p:nvSpPr>
        <p:spPr>
          <a:xfrm>
            <a:off x="3223640" y="11978359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52" name="Овал 2051">
            <a:extLst>
              <a:ext uri="{FF2B5EF4-FFF2-40B4-BE49-F238E27FC236}">
                <a16:creationId xmlns:a16="http://schemas.microsoft.com/office/drawing/2014/main" id="{B616DB45-7CA8-5061-65F7-ACE79B159874}"/>
              </a:ext>
            </a:extLst>
          </p:cNvPr>
          <p:cNvSpPr/>
          <p:nvPr/>
        </p:nvSpPr>
        <p:spPr>
          <a:xfrm>
            <a:off x="5470249" y="12107701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53" name="Овал 2052">
            <a:extLst>
              <a:ext uri="{FF2B5EF4-FFF2-40B4-BE49-F238E27FC236}">
                <a16:creationId xmlns:a16="http://schemas.microsoft.com/office/drawing/2014/main" id="{5C664056-95D5-9D51-9CC3-80964FE1D0F1}"/>
              </a:ext>
            </a:extLst>
          </p:cNvPr>
          <p:cNvSpPr/>
          <p:nvPr/>
        </p:nvSpPr>
        <p:spPr>
          <a:xfrm>
            <a:off x="2391487" y="8923056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54" name="Овал 2053">
            <a:extLst>
              <a:ext uri="{FF2B5EF4-FFF2-40B4-BE49-F238E27FC236}">
                <a16:creationId xmlns:a16="http://schemas.microsoft.com/office/drawing/2014/main" id="{8C0EF2DD-AD19-066F-0B8B-4E79F2494922}"/>
              </a:ext>
            </a:extLst>
          </p:cNvPr>
          <p:cNvSpPr/>
          <p:nvPr/>
        </p:nvSpPr>
        <p:spPr>
          <a:xfrm>
            <a:off x="1961462" y="10934564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55" name="Овал 2054">
            <a:extLst>
              <a:ext uri="{FF2B5EF4-FFF2-40B4-BE49-F238E27FC236}">
                <a16:creationId xmlns:a16="http://schemas.microsoft.com/office/drawing/2014/main" id="{16090C72-0435-3E32-27E6-07EFE676672F}"/>
              </a:ext>
            </a:extLst>
          </p:cNvPr>
          <p:cNvSpPr/>
          <p:nvPr/>
        </p:nvSpPr>
        <p:spPr>
          <a:xfrm>
            <a:off x="1709064" y="9703030"/>
            <a:ext cx="255356" cy="25535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glow rad="952500">
              <a:schemeClr val="bg1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7158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B1C3718-923D-9C60-9CE1-2C091CA5B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0A6D52B-9E5F-BA7C-5BF9-60865060D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591145">
            <a:off x="-7318174" y="-1613834"/>
            <a:ext cx="13474494" cy="10293396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32" name="Freeform 67">
            <a:extLst>
              <a:ext uri="{FF2B5EF4-FFF2-40B4-BE49-F238E27FC236}">
                <a16:creationId xmlns:a16="http://schemas.microsoft.com/office/drawing/2014/main" id="{C60B6CB1-4740-FB0F-D531-E6A85709BFAD}"/>
              </a:ext>
            </a:extLst>
          </p:cNvPr>
          <p:cNvSpPr>
            <a:spLocks/>
          </p:cNvSpPr>
          <p:nvPr/>
        </p:nvSpPr>
        <p:spPr bwMode="auto">
          <a:xfrm rot="5400000">
            <a:off x="1164814" y="352050"/>
            <a:ext cx="1485899" cy="4876802"/>
          </a:xfrm>
          <a:custGeom>
            <a:avLst/>
            <a:gdLst>
              <a:gd name="T0" fmla="*/ 0 w 5335"/>
              <a:gd name="T1" fmla="*/ 845 h 17266"/>
              <a:gd name="T2" fmla="*/ 5335 w 5335"/>
              <a:gd name="T3" fmla="*/ 0 h 17266"/>
              <a:gd name="T4" fmla="*/ 5335 w 5335"/>
              <a:gd name="T5" fmla="*/ 17266 h 17266"/>
              <a:gd name="T6" fmla="*/ 0 w 5335"/>
              <a:gd name="T7" fmla="*/ 845 h 17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35" h="17266">
                <a:moveTo>
                  <a:pt x="0" y="845"/>
                </a:moveTo>
                <a:cubicBezTo>
                  <a:pt x="1723" y="285"/>
                  <a:pt x="3523" y="0"/>
                  <a:pt x="5335" y="0"/>
                </a:cubicBezTo>
                <a:lnTo>
                  <a:pt x="5335" y="17266"/>
                </a:lnTo>
                <a:lnTo>
                  <a:pt x="0" y="845"/>
                </a:lnTo>
                <a:close/>
              </a:path>
            </a:pathLst>
          </a:custGeom>
          <a:solidFill>
            <a:srgbClr val="FF66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2155200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" name="Freeform 67">
            <a:extLst>
              <a:ext uri="{FF2B5EF4-FFF2-40B4-BE49-F238E27FC236}">
                <a16:creationId xmlns:a16="http://schemas.microsoft.com/office/drawing/2014/main" id="{E2E5B270-8A55-9156-9FC9-0153D8FD36B7}"/>
              </a:ext>
            </a:extLst>
          </p:cNvPr>
          <p:cNvSpPr>
            <a:spLocks/>
          </p:cNvSpPr>
          <p:nvPr/>
        </p:nvSpPr>
        <p:spPr bwMode="auto">
          <a:xfrm rot="4315853">
            <a:off x="814451" y="-384812"/>
            <a:ext cx="1485899" cy="4876802"/>
          </a:xfrm>
          <a:custGeom>
            <a:avLst/>
            <a:gdLst>
              <a:gd name="T0" fmla="*/ 0 w 5335"/>
              <a:gd name="T1" fmla="*/ 845 h 17266"/>
              <a:gd name="T2" fmla="*/ 5335 w 5335"/>
              <a:gd name="T3" fmla="*/ 0 h 17266"/>
              <a:gd name="T4" fmla="*/ 5335 w 5335"/>
              <a:gd name="T5" fmla="*/ 17266 h 17266"/>
              <a:gd name="T6" fmla="*/ 0 w 5335"/>
              <a:gd name="T7" fmla="*/ 845 h 17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35" h="17266">
                <a:moveTo>
                  <a:pt x="0" y="845"/>
                </a:moveTo>
                <a:cubicBezTo>
                  <a:pt x="1723" y="285"/>
                  <a:pt x="3523" y="0"/>
                  <a:pt x="5335" y="0"/>
                </a:cubicBezTo>
                <a:lnTo>
                  <a:pt x="5335" y="17266"/>
                </a:lnTo>
                <a:lnTo>
                  <a:pt x="0" y="845"/>
                </a:lnTo>
                <a:close/>
              </a:path>
            </a:pathLst>
          </a:custGeom>
          <a:solidFill>
            <a:srgbClr val="FF66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2155200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DE177E-FF1E-69C5-F83E-8CD924784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23879">
            <a:off x="-4038248" y="415997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28" name="Freeform 19">
            <a:extLst>
              <a:ext uri="{FF2B5EF4-FFF2-40B4-BE49-F238E27FC236}">
                <a16:creationId xmlns:a16="http://schemas.microsoft.com/office/drawing/2014/main" id="{431B5B4C-8B63-E9D9-BA9B-6181E62B3599}"/>
              </a:ext>
            </a:extLst>
          </p:cNvPr>
          <p:cNvSpPr>
            <a:spLocks/>
          </p:cNvSpPr>
          <p:nvPr/>
        </p:nvSpPr>
        <p:spPr bwMode="auto">
          <a:xfrm rot="16200000">
            <a:off x="-691880" y="2106123"/>
            <a:ext cx="3125670" cy="2842548"/>
          </a:xfrm>
          <a:custGeom>
            <a:avLst/>
            <a:gdLst>
              <a:gd name="T0" fmla="*/ 11170 w 11170"/>
              <a:gd name="T1" fmla="*/ 7687 h 10107"/>
              <a:gd name="T2" fmla="*/ 0 w 11170"/>
              <a:gd name="T3" fmla="*/ 7687 h 10107"/>
              <a:gd name="T4" fmla="*/ 5585 w 11170"/>
              <a:gd name="T5" fmla="*/ 0 h 10107"/>
              <a:gd name="T6" fmla="*/ 11170 w 11170"/>
              <a:gd name="T7" fmla="*/ 7687 h 10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170" h="10107">
                <a:moveTo>
                  <a:pt x="11170" y="7687"/>
                </a:moveTo>
                <a:cubicBezTo>
                  <a:pt x="7840" y="10107"/>
                  <a:pt x="3331" y="10107"/>
                  <a:pt x="0" y="7687"/>
                </a:cubicBezTo>
                <a:lnTo>
                  <a:pt x="5585" y="0"/>
                </a:lnTo>
                <a:lnTo>
                  <a:pt x="11170" y="7687"/>
                </a:lnTo>
                <a:close/>
              </a:path>
            </a:pathLst>
          </a:custGeom>
          <a:solidFill>
            <a:srgbClr val="FF66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2157600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95B793-D54C-B96E-D386-B4608FC10D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998" y="2743050"/>
            <a:ext cx="1418948" cy="14189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6CACF43-913C-DD8F-4B33-18A2803611E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8922" y="4210386"/>
            <a:ext cx="1714290" cy="141894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11F3A01-F9EE-CC0E-4663-9011FA6AC6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61080" y="3684646"/>
            <a:ext cx="1418948" cy="141894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78682F8-45A0-0ED8-49C9-2307DB3FC7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61078" y="1847029"/>
            <a:ext cx="1418944" cy="141894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1ECA4AC-7CEA-F042-F439-714A4F992EF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1074" y="1228670"/>
            <a:ext cx="1418944" cy="141894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7DD4F5C-385A-EA7D-8C61-C381D3A20EA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055" y="1112762"/>
            <a:ext cx="1098464" cy="109846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3C79806-FC5D-CDD6-EA25-10908E17DA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040" y="2379669"/>
            <a:ext cx="1098464" cy="109846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BF1CDC6-8164-9FDE-E907-14F662DD643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3040" y="3684646"/>
            <a:ext cx="1098464" cy="109846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E723A68-747D-8BE8-249C-04C8DEF8432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055" y="4878197"/>
            <a:ext cx="1098464" cy="10984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4C404DD-4AFA-D7D4-4410-E4239220153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182" y="6009629"/>
            <a:ext cx="1098464" cy="109846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6011A48-4642-A862-0F03-C5F8FE2F321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40415" y="6898069"/>
            <a:ext cx="1098464" cy="109846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C0CB596-4C4A-5586-DA3C-A49BE4B1155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9" y="6764234"/>
            <a:ext cx="1098464" cy="109846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5E23D73-FF8D-EA53-FFAB-1DD9BFCCB34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36650" y="5858084"/>
            <a:ext cx="1098464" cy="109846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C89604F-9A7B-D771-AA81-E788DE33E01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40021" y="4750135"/>
            <a:ext cx="1098466" cy="1098466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C8F85AF-15E2-F1FE-7E4A-E6AA07493E9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53935" y="3527397"/>
            <a:ext cx="1089354" cy="1089354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6413766-517B-32E8-A444-FB26F1237AC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31081" y="513195"/>
            <a:ext cx="1098464" cy="109846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A9F27501-B92D-EF82-5A40-E9C8CBF8AE9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06857" y="-568913"/>
            <a:ext cx="1078992" cy="1078992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8859DB6-E63F-51D3-4745-7E6C994791F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94430" y="-1034272"/>
            <a:ext cx="1088220" cy="108822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A5A88B1-5040-C702-FFD1-C84CD6CF2BE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382" y="-224030"/>
            <a:ext cx="1088220" cy="1088220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BF55FE3C-98FD-A9F8-C897-77522218422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39059" y="2025418"/>
            <a:ext cx="1088220" cy="108822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2F0F863-5F23-A9C7-F916-697F7BE34D1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27815" y="6608498"/>
            <a:ext cx="1088220" cy="1088220"/>
          </a:xfrm>
          <a:prstGeom prst="rect">
            <a:avLst/>
          </a:prstGeom>
        </p:spPr>
      </p:pic>
      <p:sp>
        <p:nvSpPr>
          <p:cNvPr id="36" name="Параллелограмм 35">
            <a:extLst>
              <a:ext uri="{FF2B5EF4-FFF2-40B4-BE49-F238E27FC236}">
                <a16:creationId xmlns:a16="http://schemas.microsoft.com/office/drawing/2014/main" id="{FF9F4F8E-7C65-64F9-6A9D-11682A42C3CE}"/>
              </a:ext>
            </a:extLst>
          </p:cNvPr>
          <p:cNvSpPr/>
          <p:nvPr/>
        </p:nvSpPr>
        <p:spPr>
          <a:xfrm>
            <a:off x="3821906" y="103132"/>
            <a:ext cx="4834248" cy="85419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: скругленные верхние углы 36">
            <a:extLst>
              <a:ext uri="{FF2B5EF4-FFF2-40B4-BE49-F238E27FC236}">
                <a16:creationId xmlns:a16="http://schemas.microsoft.com/office/drawing/2014/main" id="{5DEA88F9-6592-E922-8C37-202EDF6239B7}"/>
              </a:ext>
            </a:extLst>
          </p:cNvPr>
          <p:cNvSpPr/>
          <p:nvPr/>
        </p:nvSpPr>
        <p:spPr>
          <a:xfrm rot="5400000">
            <a:off x="8087103" y="-54966"/>
            <a:ext cx="854770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араллелограмм 37">
            <a:extLst>
              <a:ext uri="{FF2B5EF4-FFF2-40B4-BE49-F238E27FC236}">
                <a16:creationId xmlns:a16="http://schemas.microsoft.com/office/drawing/2014/main" id="{73D33901-5C42-ABD4-5FC8-2C2EEE0BB7FC}"/>
              </a:ext>
            </a:extLst>
          </p:cNvPr>
          <p:cNvSpPr/>
          <p:nvPr/>
        </p:nvSpPr>
        <p:spPr>
          <a:xfrm>
            <a:off x="4108108" y="191592"/>
            <a:ext cx="3869738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0D7332-0805-1505-D057-EB262953AE13}"/>
              </a:ext>
            </a:extLst>
          </p:cNvPr>
          <p:cNvSpPr txBox="1"/>
          <p:nvPr/>
        </p:nvSpPr>
        <p:spPr>
          <a:xfrm>
            <a:off x="4602944" y="100152"/>
            <a:ext cx="30065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PostalApp</a:t>
            </a:r>
            <a:endParaRPr lang="ru-RU" sz="4400" dirty="0">
              <a:solidFill>
                <a:schemeClr val="tx2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0" name="Параллелограмм 39">
            <a:extLst>
              <a:ext uri="{FF2B5EF4-FFF2-40B4-BE49-F238E27FC236}">
                <a16:creationId xmlns:a16="http://schemas.microsoft.com/office/drawing/2014/main" id="{F9380222-CAC5-41B2-D0D6-E60CA39561C3}"/>
              </a:ext>
            </a:extLst>
          </p:cNvPr>
          <p:cNvSpPr/>
          <p:nvPr/>
        </p:nvSpPr>
        <p:spPr>
          <a:xfrm>
            <a:off x="4021505" y="1011971"/>
            <a:ext cx="4284950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FF9FE7-64C4-12FF-1C8A-117D05A4A880}"/>
              </a:ext>
            </a:extLst>
          </p:cNvPr>
          <p:cNvSpPr txBox="1"/>
          <p:nvPr/>
        </p:nvSpPr>
        <p:spPr>
          <a:xfrm>
            <a:off x="4256094" y="945750"/>
            <a:ext cx="3842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Функции по ролям</a:t>
            </a:r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6A841A3B-56E1-6D65-CCF4-C617BEFD425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547" y="163906"/>
            <a:ext cx="734517" cy="734517"/>
          </a:xfrm>
          <a:prstGeom prst="rect">
            <a:avLst/>
          </a:prstGeom>
        </p:spPr>
      </p:pic>
      <p:sp useBgFill="1"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9832D478-0373-3599-EBDF-ECB87EEA2DA7}"/>
              </a:ext>
            </a:extLst>
          </p:cNvPr>
          <p:cNvSpPr/>
          <p:nvPr/>
        </p:nvSpPr>
        <p:spPr>
          <a:xfrm>
            <a:off x="4899724" y="1721037"/>
            <a:ext cx="2867420" cy="2334407"/>
          </a:xfrm>
          <a:prstGeom prst="roundRect">
            <a:avLst>
              <a:gd name="adj" fmla="val 11024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B50FAC-F8FA-E43E-72D1-39E39C3A2DB3}"/>
              </a:ext>
            </a:extLst>
          </p:cNvPr>
          <p:cNvSpPr txBox="1"/>
          <p:nvPr/>
        </p:nvSpPr>
        <p:spPr>
          <a:xfrm>
            <a:off x="5750396" y="1849509"/>
            <a:ext cx="1932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Оператор</a:t>
            </a:r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id="{9C41C693-6A48-FAB6-5234-B3526D435326}"/>
              </a:ext>
            </a:extLst>
          </p:cNvPr>
          <p:cNvSpPr/>
          <p:nvPr/>
        </p:nvSpPr>
        <p:spPr>
          <a:xfrm>
            <a:off x="5104754" y="1782923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7ECE3D56-AE95-C026-339B-3382FE5FFFA1}"/>
              </a:ext>
            </a:extLst>
          </p:cNvPr>
          <p:cNvSpPr/>
          <p:nvPr/>
        </p:nvSpPr>
        <p:spPr>
          <a:xfrm>
            <a:off x="8099355" y="1721037"/>
            <a:ext cx="3589701" cy="2334406"/>
          </a:xfrm>
          <a:prstGeom prst="roundRect">
            <a:avLst>
              <a:gd name="adj" fmla="val 9585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7D46E2-AA1C-3268-A2A3-A17A16393117}"/>
              </a:ext>
            </a:extLst>
          </p:cNvPr>
          <p:cNvSpPr txBox="1"/>
          <p:nvPr/>
        </p:nvSpPr>
        <p:spPr>
          <a:xfrm>
            <a:off x="8949428" y="1849509"/>
            <a:ext cx="20714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Почтальон</a:t>
            </a:r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E2E26870-F7B9-8A1E-7AD3-60A4C332446E}"/>
              </a:ext>
            </a:extLst>
          </p:cNvPr>
          <p:cNvSpPr/>
          <p:nvPr/>
        </p:nvSpPr>
        <p:spPr>
          <a:xfrm>
            <a:off x="8303786" y="1782923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D61CEF98-0EAB-33CD-30B0-CBE460E964FE}"/>
              </a:ext>
            </a:extLst>
          </p:cNvPr>
          <p:cNvSpPr/>
          <p:nvPr/>
        </p:nvSpPr>
        <p:spPr>
          <a:xfrm>
            <a:off x="4899724" y="4333084"/>
            <a:ext cx="2867420" cy="2334404"/>
          </a:xfrm>
          <a:prstGeom prst="roundRect">
            <a:avLst>
              <a:gd name="adj" fmla="val 1343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05C276E-D6DD-B397-A076-C620C086B984}"/>
              </a:ext>
            </a:extLst>
          </p:cNvPr>
          <p:cNvSpPr txBox="1"/>
          <p:nvPr/>
        </p:nvSpPr>
        <p:spPr>
          <a:xfrm>
            <a:off x="5750396" y="4461555"/>
            <a:ext cx="1932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Директор</a:t>
            </a:r>
          </a:p>
        </p:txBody>
      </p:sp>
      <p:sp>
        <p:nvSpPr>
          <p:cNvPr id="52" name="Овал 51">
            <a:extLst>
              <a:ext uri="{FF2B5EF4-FFF2-40B4-BE49-F238E27FC236}">
                <a16:creationId xmlns:a16="http://schemas.microsoft.com/office/drawing/2014/main" id="{BD8B5A27-D9F3-31C5-EE24-47D048185473}"/>
              </a:ext>
            </a:extLst>
          </p:cNvPr>
          <p:cNvSpPr/>
          <p:nvPr/>
        </p:nvSpPr>
        <p:spPr>
          <a:xfrm>
            <a:off x="5104754" y="4394969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53" name="Прямоугольник: скругленные углы 52">
            <a:extLst>
              <a:ext uri="{FF2B5EF4-FFF2-40B4-BE49-F238E27FC236}">
                <a16:creationId xmlns:a16="http://schemas.microsoft.com/office/drawing/2014/main" id="{F3A6CDE6-906A-39E3-73C4-6CFEA13E6241}"/>
              </a:ext>
            </a:extLst>
          </p:cNvPr>
          <p:cNvSpPr/>
          <p:nvPr/>
        </p:nvSpPr>
        <p:spPr>
          <a:xfrm>
            <a:off x="8099355" y="4333082"/>
            <a:ext cx="3589701" cy="2334406"/>
          </a:xfrm>
          <a:prstGeom prst="roundRect">
            <a:avLst>
              <a:gd name="adj" fmla="val 12024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14D5C5-017F-66CB-7876-890211D00637}"/>
              </a:ext>
            </a:extLst>
          </p:cNvPr>
          <p:cNvSpPr txBox="1"/>
          <p:nvPr/>
        </p:nvSpPr>
        <p:spPr>
          <a:xfrm>
            <a:off x="8949428" y="4461555"/>
            <a:ext cx="2564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Руководитель</a:t>
            </a:r>
          </a:p>
        </p:txBody>
      </p:sp>
      <p:sp>
        <p:nvSpPr>
          <p:cNvPr id="55" name="Овал 54">
            <a:extLst>
              <a:ext uri="{FF2B5EF4-FFF2-40B4-BE49-F238E27FC236}">
                <a16:creationId xmlns:a16="http://schemas.microsoft.com/office/drawing/2014/main" id="{37056DA5-9759-78DF-92C2-57A7750ED955}"/>
              </a:ext>
            </a:extLst>
          </p:cNvPr>
          <p:cNvSpPr/>
          <p:nvPr/>
        </p:nvSpPr>
        <p:spPr>
          <a:xfrm>
            <a:off x="8308512" y="4394969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E600B6D-B096-12C7-D383-6D5548F4BCC6}"/>
              </a:ext>
            </a:extLst>
          </p:cNvPr>
          <p:cNvSpPr txBox="1"/>
          <p:nvPr/>
        </p:nvSpPr>
        <p:spPr>
          <a:xfrm>
            <a:off x="5084728" y="2559230"/>
            <a:ext cx="2464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◉ Задания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57B3D8B-4384-C94B-68BA-2C6745A026E9}"/>
              </a:ext>
            </a:extLst>
          </p:cNvPr>
          <p:cNvSpPr txBox="1"/>
          <p:nvPr/>
        </p:nvSpPr>
        <p:spPr>
          <a:xfrm>
            <a:off x="5084728" y="3015774"/>
            <a:ext cx="2464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◉ Подписки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3CD925C-EF1F-A863-A3F1-9DBB7EFD1A4B}"/>
              </a:ext>
            </a:extLst>
          </p:cNvPr>
          <p:cNvSpPr txBox="1"/>
          <p:nvPr/>
        </p:nvSpPr>
        <p:spPr>
          <a:xfrm>
            <a:off x="5084728" y="3482697"/>
            <a:ext cx="2464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◉ Читатели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4FFDDD3-A81B-1B4B-1C47-622306CFCB39}"/>
              </a:ext>
            </a:extLst>
          </p:cNvPr>
          <p:cNvSpPr txBox="1"/>
          <p:nvPr/>
        </p:nvSpPr>
        <p:spPr>
          <a:xfrm>
            <a:off x="8301020" y="2565439"/>
            <a:ext cx="3158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◉ Задания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2F18D47-78F8-8972-3BD4-9334C4C85A99}"/>
              </a:ext>
            </a:extLst>
          </p:cNvPr>
          <p:cNvSpPr txBox="1"/>
          <p:nvPr/>
        </p:nvSpPr>
        <p:spPr>
          <a:xfrm>
            <a:off x="8301020" y="3021983"/>
            <a:ext cx="3158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◉ Маршрут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4511031-C67E-DCC8-374C-371707607D21}"/>
              </a:ext>
            </a:extLst>
          </p:cNvPr>
          <p:cNvSpPr txBox="1"/>
          <p:nvPr/>
        </p:nvSpPr>
        <p:spPr>
          <a:xfrm>
            <a:off x="8301020" y="3488906"/>
            <a:ext cx="3158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◉ Карта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5EF18AE-1046-FB29-C3D4-F15A4BC9EF4D}"/>
              </a:ext>
            </a:extLst>
          </p:cNvPr>
          <p:cNvSpPr txBox="1"/>
          <p:nvPr/>
        </p:nvSpPr>
        <p:spPr>
          <a:xfrm>
            <a:off x="8301020" y="5179626"/>
            <a:ext cx="2464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◉ Задания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7CCC857-0609-9305-2D59-006AD4493CA7}"/>
              </a:ext>
            </a:extLst>
          </p:cNvPr>
          <p:cNvSpPr txBox="1"/>
          <p:nvPr/>
        </p:nvSpPr>
        <p:spPr>
          <a:xfrm>
            <a:off x="8301020" y="5636170"/>
            <a:ext cx="2464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◉ Подписки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0A84D26-E062-6AD6-7D8C-D206857252FB}"/>
              </a:ext>
            </a:extLst>
          </p:cNvPr>
          <p:cNvSpPr txBox="1"/>
          <p:nvPr/>
        </p:nvSpPr>
        <p:spPr>
          <a:xfrm>
            <a:off x="8301020" y="6103093"/>
            <a:ext cx="2464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◉ Издания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F532EFC-6404-B667-EF91-6C3FB83AAF6B}"/>
              </a:ext>
            </a:extLst>
          </p:cNvPr>
          <p:cNvSpPr txBox="1"/>
          <p:nvPr/>
        </p:nvSpPr>
        <p:spPr>
          <a:xfrm>
            <a:off x="5502787" y="5221444"/>
            <a:ext cx="16199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Полный доступ</a:t>
            </a:r>
          </a:p>
        </p:txBody>
      </p:sp>
      <p:sp useBgFill="1">
        <p:nvSpPr>
          <p:cNvPr id="69" name="Прямоугольник: скругленные углы 68">
            <a:extLst>
              <a:ext uri="{FF2B5EF4-FFF2-40B4-BE49-F238E27FC236}">
                <a16:creationId xmlns:a16="http://schemas.microsoft.com/office/drawing/2014/main" id="{07C7BE2A-7BB5-46EB-4FB3-0798EC4D2BD1}"/>
              </a:ext>
            </a:extLst>
          </p:cNvPr>
          <p:cNvSpPr/>
          <p:nvPr/>
        </p:nvSpPr>
        <p:spPr>
          <a:xfrm>
            <a:off x="12982501" y="1863155"/>
            <a:ext cx="5473152" cy="1568918"/>
          </a:xfrm>
          <a:prstGeom prst="roundRect">
            <a:avLst/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1EF0BD1-831B-23FB-D7DC-7A97B0FA4F7F}"/>
              </a:ext>
            </a:extLst>
          </p:cNvPr>
          <p:cNvSpPr txBox="1"/>
          <p:nvPr/>
        </p:nvSpPr>
        <p:spPr>
          <a:xfrm>
            <a:off x="13197414" y="2109005"/>
            <a:ext cx="50433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Настольное приложение для сотрудников почты</a:t>
            </a:r>
          </a:p>
        </p:txBody>
      </p:sp>
      <p:sp>
        <p:nvSpPr>
          <p:cNvPr id="77" name="Стрелка: шеврон 76">
            <a:extLst>
              <a:ext uri="{FF2B5EF4-FFF2-40B4-BE49-F238E27FC236}">
                <a16:creationId xmlns:a16="http://schemas.microsoft.com/office/drawing/2014/main" id="{1C639719-CE17-BAE3-8661-FF8B68DDC26A}"/>
              </a:ext>
            </a:extLst>
          </p:cNvPr>
          <p:cNvSpPr/>
          <p:nvPr/>
        </p:nvSpPr>
        <p:spPr>
          <a:xfrm>
            <a:off x="5924621" y="7281885"/>
            <a:ext cx="2394243" cy="854199"/>
          </a:xfrm>
          <a:prstGeom prst="chevron">
            <a:avLst>
              <a:gd name="adj" fmla="val 4238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Вход</a:t>
            </a:r>
          </a:p>
        </p:txBody>
      </p:sp>
      <p:sp>
        <p:nvSpPr>
          <p:cNvPr id="78" name="Стрелка: шеврон 77">
            <a:extLst>
              <a:ext uri="{FF2B5EF4-FFF2-40B4-BE49-F238E27FC236}">
                <a16:creationId xmlns:a16="http://schemas.microsoft.com/office/drawing/2014/main" id="{EDB8756A-5B52-8C7C-DFE6-5049C6639172}"/>
              </a:ext>
            </a:extLst>
          </p:cNvPr>
          <p:cNvSpPr/>
          <p:nvPr/>
        </p:nvSpPr>
        <p:spPr>
          <a:xfrm>
            <a:off x="8079735" y="7281885"/>
            <a:ext cx="2394243" cy="854199"/>
          </a:xfrm>
          <a:prstGeom prst="chevron">
            <a:avLst>
              <a:gd name="adj" fmla="val 42382"/>
            </a:avLst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Сервер</a:t>
            </a:r>
          </a:p>
        </p:txBody>
      </p:sp>
      <p:sp>
        <p:nvSpPr>
          <p:cNvPr id="79" name="Стрелка: шеврон 78">
            <a:extLst>
              <a:ext uri="{FF2B5EF4-FFF2-40B4-BE49-F238E27FC236}">
                <a16:creationId xmlns:a16="http://schemas.microsoft.com/office/drawing/2014/main" id="{715BBB1E-FBAE-6C6D-BA9D-EC8603BD1F67}"/>
              </a:ext>
            </a:extLst>
          </p:cNvPr>
          <p:cNvSpPr/>
          <p:nvPr/>
        </p:nvSpPr>
        <p:spPr>
          <a:xfrm>
            <a:off x="4808462" y="8247206"/>
            <a:ext cx="5159522" cy="854199"/>
          </a:xfrm>
          <a:prstGeom prst="chevron">
            <a:avLst>
              <a:gd name="adj" fmla="val 4238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Двойная верификация</a:t>
            </a:r>
          </a:p>
        </p:txBody>
      </p:sp>
      <p:sp>
        <p:nvSpPr>
          <p:cNvPr id="80" name="Стрелка: шеврон 79">
            <a:extLst>
              <a:ext uri="{FF2B5EF4-FFF2-40B4-BE49-F238E27FC236}">
                <a16:creationId xmlns:a16="http://schemas.microsoft.com/office/drawing/2014/main" id="{5FEDD86D-9273-4DFE-4029-176C54307AE9}"/>
              </a:ext>
            </a:extLst>
          </p:cNvPr>
          <p:cNvSpPr/>
          <p:nvPr/>
        </p:nvSpPr>
        <p:spPr>
          <a:xfrm>
            <a:off x="9735773" y="8253372"/>
            <a:ext cx="2394243" cy="854199"/>
          </a:xfrm>
          <a:prstGeom prst="chevron">
            <a:avLst>
              <a:gd name="adj" fmla="val 42382"/>
            </a:avLst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Доступ</a:t>
            </a:r>
          </a:p>
        </p:txBody>
      </p:sp>
      <p:sp useBgFill="1">
        <p:nvSpPr>
          <p:cNvPr id="81" name="Прямоугольник: усеченные противолежащие углы 80">
            <a:extLst>
              <a:ext uri="{FF2B5EF4-FFF2-40B4-BE49-F238E27FC236}">
                <a16:creationId xmlns:a16="http://schemas.microsoft.com/office/drawing/2014/main" id="{07B9A99C-C7CA-BBA9-3C20-4F06239688B6}"/>
              </a:ext>
            </a:extLst>
          </p:cNvPr>
          <p:cNvSpPr/>
          <p:nvPr/>
        </p:nvSpPr>
        <p:spPr>
          <a:xfrm>
            <a:off x="4953693" y="9589738"/>
            <a:ext cx="6048507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B3142CC-6EFB-2F97-7D64-FCD7CD25919D}"/>
              </a:ext>
            </a:extLst>
          </p:cNvPr>
          <p:cNvSpPr txBox="1"/>
          <p:nvPr/>
        </p:nvSpPr>
        <p:spPr>
          <a:xfrm>
            <a:off x="5134650" y="9663292"/>
            <a:ext cx="5705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Автовход по компьютеру</a:t>
            </a:r>
          </a:p>
        </p:txBody>
      </p:sp>
      <p:sp useBgFill="1">
        <p:nvSpPr>
          <p:cNvPr id="83" name="Прямоугольник: усеченные противолежащие углы 82">
            <a:extLst>
              <a:ext uri="{FF2B5EF4-FFF2-40B4-BE49-F238E27FC236}">
                <a16:creationId xmlns:a16="http://schemas.microsoft.com/office/drawing/2014/main" id="{CADB763A-C94D-F6E9-FEAE-5996FC73B6A8}"/>
              </a:ext>
            </a:extLst>
          </p:cNvPr>
          <p:cNvSpPr/>
          <p:nvPr/>
        </p:nvSpPr>
        <p:spPr>
          <a:xfrm>
            <a:off x="5330699" y="10468777"/>
            <a:ext cx="5291851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2B30679-45CC-8137-9162-4A19B19C70D3}"/>
              </a:ext>
            </a:extLst>
          </p:cNvPr>
          <p:cNvSpPr txBox="1"/>
          <p:nvPr/>
        </p:nvSpPr>
        <p:spPr>
          <a:xfrm>
            <a:off x="5511655" y="10542331"/>
            <a:ext cx="49437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Шифрование данных</a:t>
            </a:r>
          </a:p>
        </p:txBody>
      </p:sp>
      <p:sp useBgFill="1">
        <p:nvSpPr>
          <p:cNvPr id="85" name="Прямоугольник: усеченные противолежащие углы 84">
            <a:extLst>
              <a:ext uri="{FF2B5EF4-FFF2-40B4-BE49-F238E27FC236}">
                <a16:creationId xmlns:a16="http://schemas.microsoft.com/office/drawing/2014/main" id="{A2CE3FDD-AFDB-2752-E769-90E8B7A4C387}"/>
              </a:ext>
            </a:extLst>
          </p:cNvPr>
          <p:cNvSpPr/>
          <p:nvPr/>
        </p:nvSpPr>
        <p:spPr>
          <a:xfrm>
            <a:off x="5714998" y="11343262"/>
            <a:ext cx="3327065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D0AE3A4-5E0E-2AF7-185B-B8FCB7909FCF}"/>
              </a:ext>
            </a:extLst>
          </p:cNvPr>
          <p:cNvSpPr txBox="1"/>
          <p:nvPr/>
        </p:nvSpPr>
        <p:spPr>
          <a:xfrm>
            <a:off x="5895954" y="11416816"/>
            <a:ext cx="294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SSL Pinning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9227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983A434-AD14-5E78-B958-2227A879A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CDE13FE-B645-C347-93BE-62506908E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6572242">
            <a:off x="-7318174" y="-1613834"/>
            <a:ext cx="13474494" cy="10293396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30" name="Freeform 67">
            <a:extLst>
              <a:ext uri="{FF2B5EF4-FFF2-40B4-BE49-F238E27FC236}">
                <a16:creationId xmlns:a16="http://schemas.microsoft.com/office/drawing/2014/main" id="{7B28A78E-4FB7-DD95-DE42-3A71C41A6B7D}"/>
              </a:ext>
            </a:extLst>
          </p:cNvPr>
          <p:cNvSpPr>
            <a:spLocks/>
          </p:cNvSpPr>
          <p:nvPr/>
        </p:nvSpPr>
        <p:spPr bwMode="auto">
          <a:xfrm rot="5400000">
            <a:off x="1179586" y="403037"/>
            <a:ext cx="1485899" cy="4876802"/>
          </a:xfrm>
          <a:custGeom>
            <a:avLst/>
            <a:gdLst>
              <a:gd name="T0" fmla="*/ 0 w 5335"/>
              <a:gd name="T1" fmla="*/ 845 h 17266"/>
              <a:gd name="T2" fmla="*/ 5335 w 5335"/>
              <a:gd name="T3" fmla="*/ 0 h 17266"/>
              <a:gd name="T4" fmla="*/ 5335 w 5335"/>
              <a:gd name="T5" fmla="*/ 17266 h 17266"/>
              <a:gd name="T6" fmla="*/ 0 w 5335"/>
              <a:gd name="T7" fmla="*/ 845 h 17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35" h="17266">
                <a:moveTo>
                  <a:pt x="0" y="845"/>
                </a:moveTo>
                <a:cubicBezTo>
                  <a:pt x="1723" y="285"/>
                  <a:pt x="3523" y="0"/>
                  <a:pt x="5335" y="0"/>
                </a:cubicBezTo>
                <a:lnTo>
                  <a:pt x="5335" y="17266"/>
                </a:lnTo>
                <a:lnTo>
                  <a:pt x="0" y="845"/>
                </a:lnTo>
                <a:close/>
              </a:path>
            </a:pathLst>
          </a:custGeom>
          <a:solidFill>
            <a:srgbClr val="FF66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2151000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" name="Freeform 67">
            <a:extLst>
              <a:ext uri="{FF2B5EF4-FFF2-40B4-BE49-F238E27FC236}">
                <a16:creationId xmlns:a16="http://schemas.microsoft.com/office/drawing/2014/main" id="{CF7E94C5-6304-A7BB-B547-7B65B8EE3EC9}"/>
              </a:ext>
            </a:extLst>
          </p:cNvPr>
          <p:cNvSpPr>
            <a:spLocks/>
          </p:cNvSpPr>
          <p:nvPr/>
        </p:nvSpPr>
        <p:spPr bwMode="auto">
          <a:xfrm rot="4346287">
            <a:off x="844304" y="-336106"/>
            <a:ext cx="1485899" cy="4876802"/>
          </a:xfrm>
          <a:custGeom>
            <a:avLst/>
            <a:gdLst>
              <a:gd name="T0" fmla="*/ 0 w 5335"/>
              <a:gd name="T1" fmla="*/ 845 h 17266"/>
              <a:gd name="T2" fmla="*/ 5335 w 5335"/>
              <a:gd name="T3" fmla="*/ 0 h 17266"/>
              <a:gd name="T4" fmla="*/ 5335 w 5335"/>
              <a:gd name="T5" fmla="*/ 17266 h 17266"/>
              <a:gd name="T6" fmla="*/ 0 w 5335"/>
              <a:gd name="T7" fmla="*/ 845 h 17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35" h="17266">
                <a:moveTo>
                  <a:pt x="0" y="845"/>
                </a:moveTo>
                <a:cubicBezTo>
                  <a:pt x="1723" y="285"/>
                  <a:pt x="3523" y="0"/>
                  <a:pt x="5335" y="0"/>
                </a:cubicBezTo>
                <a:lnTo>
                  <a:pt x="5335" y="17266"/>
                </a:lnTo>
                <a:lnTo>
                  <a:pt x="0" y="845"/>
                </a:lnTo>
                <a:close/>
              </a:path>
            </a:pathLst>
          </a:custGeom>
          <a:solidFill>
            <a:srgbClr val="FF66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2155200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D3ACC56-A43A-3BB6-094B-B295404A9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204976">
            <a:off x="-4038248" y="415997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3" name="Freeform 19">
            <a:extLst>
              <a:ext uri="{FF2B5EF4-FFF2-40B4-BE49-F238E27FC236}">
                <a16:creationId xmlns:a16="http://schemas.microsoft.com/office/drawing/2014/main" id="{097A5FA0-0E02-71E2-1D65-A3331AF716C7}"/>
              </a:ext>
            </a:extLst>
          </p:cNvPr>
          <p:cNvSpPr>
            <a:spLocks/>
          </p:cNvSpPr>
          <p:nvPr/>
        </p:nvSpPr>
        <p:spPr bwMode="auto">
          <a:xfrm rot="15185179">
            <a:off x="-749027" y="1682261"/>
            <a:ext cx="3125670" cy="2842548"/>
          </a:xfrm>
          <a:custGeom>
            <a:avLst/>
            <a:gdLst>
              <a:gd name="T0" fmla="*/ 11170 w 11170"/>
              <a:gd name="T1" fmla="*/ 7687 h 10107"/>
              <a:gd name="T2" fmla="*/ 0 w 11170"/>
              <a:gd name="T3" fmla="*/ 7687 h 10107"/>
              <a:gd name="T4" fmla="*/ 5585 w 11170"/>
              <a:gd name="T5" fmla="*/ 0 h 10107"/>
              <a:gd name="T6" fmla="*/ 11170 w 11170"/>
              <a:gd name="T7" fmla="*/ 7687 h 10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170" h="10107">
                <a:moveTo>
                  <a:pt x="11170" y="7687"/>
                </a:moveTo>
                <a:cubicBezTo>
                  <a:pt x="7840" y="10107"/>
                  <a:pt x="3331" y="10107"/>
                  <a:pt x="0" y="7687"/>
                </a:cubicBezTo>
                <a:lnTo>
                  <a:pt x="5585" y="0"/>
                </a:lnTo>
                <a:lnTo>
                  <a:pt x="11170" y="7687"/>
                </a:lnTo>
                <a:close/>
              </a:path>
            </a:pathLst>
          </a:custGeom>
          <a:solidFill>
            <a:srgbClr val="FF66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2157600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D778937-0E88-01DB-AC3D-55F2E68E73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61" y="2325743"/>
            <a:ext cx="1418948" cy="14189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6CAC28E-FEC9-3225-6DE1-8D8D3A8A55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1532" y="4120398"/>
            <a:ext cx="1714290" cy="141894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D3F82B2-9051-0D73-4E62-088337FDCE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94358" y="4133681"/>
            <a:ext cx="1418948" cy="141894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3F1BD41-3EBF-5424-F693-F8FAD39055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33255" y="2286830"/>
            <a:ext cx="1418944" cy="141894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6BCFE4A-4279-7A1A-31F0-F0B966F642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4876" y="1055654"/>
            <a:ext cx="1418944" cy="141894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D1D2847-1884-E83F-72F3-818E306F7A8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792" y="60084"/>
            <a:ext cx="1098464" cy="109846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60F2512-9DE5-1766-882B-D1C86353578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1702" y="1111558"/>
            <a:ext cx="1098464" cy="109846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767B88D-0CC2-7D8A-10DB-D47C2BA3634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923" y="2447070"/>
            <a:ext cx="1098464" cy="109846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AF146D6-91E9-4F33-834E-A96E41DF711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013" y="3731406"/>
            <a:ext cx="1098464" cy="10984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93158C2-4CDC-0190-7EB0-75A2B9816F5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228" y="5071025"/>
            <a:ext cx="1098464" cy="109846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F233C3B-9E3D-E988-7D4A-21A84E41C30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9819" y="6933794"/>
            <a:ext cx="1098464" cy="109846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6B6AB43-429F-237B-9D1A-677E275F36D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877" y="6325805"/>
            <a:ext cx="1098464" cy="109846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DEC11ABD-BACC-AC33-B726-20A96BECEB6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92490" y="6592361"/>
            <a:ext cx="1098464" cy="109846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0114A6D-E325-09FF-6DC6-DD4965E3282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16633" y="5696951"/>
            <a:ext cx="1098466" cy="1098466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7EEE5B2-B691-ADF5-C014-27999AE4FA1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89170" y="4667653"/>
            <a:ext cx="1089354" cy="1089354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BCA61D2-D9BC-4887-68D9-E7995327B8D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0471" y="1612612"/>
            <a:ext cx="1098464" cy="109846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4F299B7-5E01-7A04-3200-AF23E7ECAA21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29506" y="98474"/>
            <a:ext cx="1078992" cy="1078992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EE169312-434F-93E4-15C8-C7DDB07368C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23783" y="-952696"/>
            <a:ext cx="1088220" cy="108822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AECBCE-8DC2-EFE3-4EEF-27A8745496B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28" y="-790558"/>
            <a:ext cx="1088220" cy="108822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63903A2-07B8-B139-E6F0-DE8A0743DCD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15097" y="3267616"/>
            <a:ext cx="1098464" cy="1098464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DD13CC39-3768-7CFB-3515-F0BFE57E5868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94271" y="7005572"/>
            <a:ext cx="1088220" cy="1088220"/>
          </a:xfrm>
          <a:prstGeom prst="rect">
            <a:avLst/>
          </a:prstGeom>
        </p:spPr>
      </p:pic>
      <p:sp>
        <p:nvSpPr>
          <p:cNvPr id="43" name="Параллелограмм 42">
            <a:extLst>
              <a:ext uri="{FF2B5EF4-FFF2-40B4-BE49-F238E27FC236}">
                <a16:creationId xmlns:a16="http://schemas.microsoft.com/office/drawing/2014/main" id="{3E7B6497-9F1E-41DA-A465-6F7A395D927B}"/>
              </a:ext>
            </a:extLst>
          </p:cNvPr>
          <p:cNvSpPr/>
          <p:nvPr/>
        </p:nvSpPr>
        <p:spPr>
          <a:xfrm>
            <a:off x="3821906" y="103132"/>
            <a:ext cx="4834248" cy="85419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: скругленные верхние углы 43">
            <a:extLst>
              <a:ext uri="{FF2B5EF4-FFF2-40B4-BE49-F238E27FC236}">
                <a16:creationId xmlns:a16="http://schemas.microsoft.com/office/drawing/2014/main" id="{1882BC59-BCB2-84F9-45DB-BCC1D59DA407}"/>
              </a:ext>
            </a:extLst>
          </p:cNvPr>
          <p:cNvSpPr/>
          <p:nvPr/>
        </p:nvSpPr>
        <p:spPr>
          <a:xfrm rot="5400000">
            <a:off x="8087103" y="-54966"/>
            <a:ext cx="854770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араллелограмм 44">
            <a:extLst>
              <a:ext uri="{FF2B5EF4-FFF2-40B4-BE49-F238E27FC236}">
                <a16:creationId xmlns:a16="http://schemas.microsoft.com/office/drawing/2014/main" id="{3B5B569E-7B59-9677-0C83-B8571023B8B7}"/>
              </a:ext>
            </a:extLst>
          </p:cNvPr>
          <p:cNvSpPr/>
          <p:nvPr/>
        </p:nvSpPr>
        <p:spPr>
          <a:xfrm>
            <a:off x="4108108" y="191592"/>
            <a:ext cx="3869738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B96491-0BCE-6ABB-EADC-0941C3BA2D2B}"/>
              </a:ext>
            </a:extLst>
          </p:cNvPr>
          <p:cNvSpPr txBox="1"/>
          <p:nvPr/>
        </p:nvSpPr>
        <p:spPr>
          <a:xfrm>
            <a:off x="4602944" y="100152"/>
            <a:ext cx="30065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PostalApp</a:t>
            </a:r>
            <a:endParaRPr lang="ru-RU" sz="4400" dirty="0">
              <a:solidFill>
                <a:schemeClr val="tx2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7" name="Параллелограмм 46">
            <a:extLst>
              <a:ext uri="{FF2B5EF4-FFF2-40B4-BE49-F238E27FC236}">
                <a16:creationId xmlns:a16="http://schemas.microsoft.com/office/drawing/2014/main" id="{3A7E2335-C177-7D0F-2EEA-0FC7F4271D6C}"/>
              </a:ext>
            </a:extLst>
          </p:cNvPr>
          <p:cNvSpPr/>
          <p:nvPr/>
        </p:nvSpPr>
        <p:spPr>
          <a:xfrm>
            <a:off x="4353127" y="1027632"/>
            <a:ext cx="3188376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2AB69E-C116-F2F7-E69B-0265AAFECB8A}"/>
              </a:ext>
            </a:extLst>
          </p:cNvPr>
          <p:cNvSpPr txBox="1"/>
          <p:nvPr/>
        </p:nvSpPr>
        <p:spPr>
          <a:xfrm>
            <a:off x="4587716" y="961411"/>
            <a:ext cx="2779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Авторизация</a:t>
            </a:r>
          </a:p>
        </p:txBody>
      </p:sp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DEF6394A-09C8-E9B6-0B0D-3AA550CF460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547" y="163906"/>
            <a:ext cx="734517" cy="734517"/>
          </a:xfrm>
          <a:prstGeom prst="rect">
            <a:avLst/>
          </a:prstGeom>
        </p:spPr>
      </p:pic>
      <p:sp useBgFill="1">
        <p:nvSpPr>
          <p:cNvPr id="51" name="Прямоугольник: скругленные углы 50">
            <a:extLst>
              <a:ext uri="{FF2B5EF4-FFF2-40B4-BE49-F238E27FC236}">
                <a16:creationId xmlns:a16="http://schemas.microsoft.com/office/drawing/2014/main" id="{8D3B5ACA-E4E6-CFA1-607E-D494D214C36A}"/>
              </a:ext>
            </a:extLst>
          </p:cNvPr>
          <p:cNvSpPr/>
          <p:nvPr/>
        </p:nvSpPr>
        <p:spPr>
          <a:xfrm>
            <a:off x="4527267" y="7455731"/>
            <a:ext cx="2867420" cy="2334407"/>
          </a:xfrm>
          <a:prstGeom prst="roundRect">
            <a:avLst>
              <a:gd name="adj" fmla="val 11024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8A17A1-8030-51C8-E64C-CD61D676EA08}"/>
              </a:ext>
            </a:extLst>
          </p:cNvPr>
          <p:cNvSpPr txBox="1"/>
          <p:nvPr/>
        </p:nvSpPr>
        <p:spPr>
          <a:xfrm>
            <a:off x="5377939" y="7584203"/>
            <a:ext cx="1932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Оператор</a:t>
            </a:r>
          </a:p>
        </p:txBody>
      </p:sp>
      <p:sp>
        <p:nvSpPr>
          <p:cNvPr id="53" name="Овал 52">
            <a:extLst>
              <a:ext uri="{FF2B5EF4-FFF2-40B4-BE49-F238E27FC236}">
                <a16:creationId xmlns:a16="http://schemas.microsoft.com/office/drawing/2014/main" id="{C1549E7B-A1B9-5F03-08C3-24BCEDF9AC2B}"/>
              </a:ext>
            </a:extLst>
          </p:cNvPr>
          <p:cNvSpPr/>
          <p:nvPr/>
        </p:nvSpPr>
        <p:spPr>
          <a:xfrm>
            <a:off x="4732297" y="7517617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004EBBD0-2217-33FE-2186-070F23B3FA9C}"/>
              </a:ext>
            </a:extLst>
          </p:cNvPr>
          <p:cNvSpPr/>
          <p:nvPr/>
        </p:nvSpPr>
        <p:spPr>
          <a:xfrm>
            <a:off x="7726898" y="7455731"/>
            <a:ext cx="3589701" cy="2334406"/>
          </a:xfrm>
          <a:prstGeom prst="roundRect">
            <a:avLst>
              <a:gd name="adj" fmla="val 9585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5D1C8E-0E4E-B5E2-AC36-02856EF1D257}"/>
              </a:ext>
            </a:extLst>
          </p:cNvPr>
          <p:cNvSpPr txBox="1"/>
          <p:nvPr/>
        </p:nvSpPr>
        <p:spPr>
          <a:xfrm>
            <a:off x="8576971" y="7584203"/>
            <a:ext cx="20714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Почтальон</a:t>
            </a:r>
          </a:p>
        </p:txBody>
      </p:sp>
      <p:sp>
        <p:nvSpPr>
          <p:cNvPr id="56" name="Овал 55">
            <a:extLst>
              <a:ext uri="{FF2B5EF4-FFF2-40B4-BE49-F238E27FC236}">
                <a16:creationId xmlns:a16="http://schemas.microsoft.com/office/drawing/2014/main" id="{2C73D6D7-2309-FB5B-AB44-D068FAC00632}"/>
              </a:ext>
            </a:extLst>
          </p:cNvPr>
          <p:cNvSpPr/>
          <p:nvPr/>
        </p:nvSpPr>
        <p:spPr>
          <a:xfrm>
            <a:off x="7931329" y="7517617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57" name="Прямоугольник: скругленные углы 56">
            <a:extLst>
              <a:ext uri="{FF2B5EF4-FFF2-40B4-BE49-F238E27FC236}">
                <a16:creationId xmlns:a16="http://schemas.microsoft.com/office/drawing/2014/main" id="{627D1A65-20D0-D9BC-7AF0-2D3C6CFB825C}"/>
              </a:ext>
            </a:extLst>
          </p:cNvPr>
          <p:cNvSpPr/>
          <p:nvPr/>
        </p:nvSpPr>
        <p:spPr>
          <a:xfrm>
            <a:off x="4527267" y="10067778"/>
            <a:ext cx="2867420" cy="2334404"/>
          </a:xfrm>
          <a:prstGeom prst="roundRect">
            <a:avLst>
              <a:gd name="adj" fmla="val 1343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62CFF7-8199-7DE1-C5E7-D7568CE4353A}"/>
              </a:ext>
            </a:extLst>
          </p:cNvPr>
          <p:cNvSpPr txBox="1"/>
          <p:nvPr/>
        </p:nvSpPr>
        <p:spPr>
          <a:xfrm>
            <a:off x="5377939" y="10196249"/>
            <a:ext cx="19322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Директор</a:t>
            </a:r>
          </a:p>
        </p:txBody>
      </p:sp>
      <p:sp>
        <p:nvSpPr>
          <p:cNvPr id="59" name="Овал 58">
            <a:extLst>
              <a:ext uri="{FF2B5EF4-FFF2-40B4-BE49-F238E27FC236}">
                <a16:creationId xmlns:a16="http://schemas.microsoft.com/office/drawing/2014/main" id="{E27FECCE-3C55-91C6-0ED8-4A688111F714}"/>
              </a:ext>
            </a:extLst>
          </p:cNvPr>
          <p:cNvSpPr/>
          <p:nvPr/>
        </p:nvSpPr>
        <p:spPr>
          <a:xfrm>
            <a:off x="4732297" y="10129663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60" name="Прямоугольник: скругленные углы 59">
            <a:extLst>
              <a:ext uri="{FF2B5EF4-FFF2-40B4-BE49-F238E27FC236}">
                <a16:creationId xmlns:a16="http://schemas.microsoft.com/office/drawing/2014/main" id="{3D17788C-52A8-128F-41CC-202CD8771188}"/>
              </a:ext>
            </a:extLst>
          </p:cNvPr>
          <p:cNvSpPr/>
          <p:nvPr/>
        </p:nvSpPr>
        <p:spPr>
          <a:xfrm>
            <a:off x="7726898" y="10067776"/>
            <a:ext cx="3589701" cy="2334406"/>
          </a:xfrm>
          <a:prstGeom prst="roundRect">
            <a:avLst>
              <a:gd name="adj" fmla="val 12024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B3283B4-3B90-A226-7455-BFCCDBC85343}"/>
              </a:ext>
            </a:extLst>
          </p:cNvPr>
          <p:cNvSpPr txBox="1"/>
          <p:nvPr/>
        </p:nvSpPr>
        <p:spPr>
          <a:xfrm>
            <a:off x="8576971" y="10196249"/>
            <a:ext cx="25641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Руководитель</a:t>
            </a:r>
          </a:p>
        </p:txBody>
      </p:sp>
      <p:sp>
        <p:nvSpPr>
          <p:cNvPr id="62" name="Овал 61">
            <a:extLst>
              <a:ext uri="{FF2B5EF4-FFF2-40B4-BE49-F238E27FC236}">
                <a16:creationId xmlns:a16="http://schemas.microsoft.com/office/drawing/2014/main" id="{FAFB6252-1BBC-2624-FDBC-34806D8EFFD2}"/>
              </a:ext>
            </a:extLst>
          </p:cNvPr>
          <p:cNvSpPr/>
          <p:nvPr/>
        </p:nvSpPr>
        <p:spPr>
          <a:xfrm>
            <a:off x="7936055" y="10129663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82A4AE9-096A-2A23-50A4-BD382560E90D}"/>
              </a:ext>
            </a:extLst>
          </p:cNvPr>
          <p:cNvSpPr txBox="1"/>
          <p:nvPr/>
        </p:nvSpPr>
        <p:spPr>
          <a:xfrm>
            <a:off x="4712271" y="8293924"/>
            <a:ext cx="2464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◉ Задания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7DFB48D-3399-C232-AAE9-DDADCA34C589}"/>
              </a:ext>
            </a:extLst>
          </p:cNvPr>
          <p:cNvSpPr txBox="1"/>
          <p:nvPr/>
        </p:nvSpPr>
        <p:spPr>
          <a:xfrm>
            <a:off x="4712271" y="8750468"/>
            <a:ext cx="2464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◉ Подписки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7731B8A-3E88-B3B4-E21D-2FCFC6117709}"/>
              </a:ext>
            </a:extLst>
          </p:cNvPr>
          <p:cNvSpPr txBox="1"/>
          <p:nvPr/>
        </p:nvSpPr>
        <p:spPr>
          <a:xfrm>
            <a:off x="4712271" y="9217391"/>
            <a:ext cx="2464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◉ Читатели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0AD180-9764-BAC7-9868-EBEC60FC01C5}"/>
              </a:ext>
            </a:extLst>
          </p:cNvPr>
          <p:cNvSpPr txBox="1"/>
          <p:nvPr/>
        </p:nvSpPr>
        <p:spPr>
          <a:xfrm>
            <a:off x="7928563" y="8300133"/>
            <a:ext cx="3158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◉ Задания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EBAA1A3-3BD1-A5B3-B4F9-248308978FD3}"/>
              </a:ext>
            </a:extLst>
          </p:cNvPr>
          <p:cNvSpPr txBox="1"/>
          <p:nvPr/>
        </p:nvSpPr>
        <p:spPr>
          <a:xfrm>
            <a:off x="7928563" y="8756677"/>
            <a:ext cx="3158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◉ Маршрут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A71532F-F9EF-361F-7CFC-D8C88FC82743}"/>
              </a:ext>
            </a:extLst>
          </p:cNvPr>
          <p:cNvSpPr txBox="1"/>
          <p:nvPr/>
        </p:nvSpPr>
        <p:spPr>
          <a:xfrm>
            <a:off x="7928563" y="9223600"/>
            <a:ext cx="3158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◉ Карта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A7222DD-170C-01BD-372B-32F9E3E8C76B}"/>
              </a:ext>
            </a:extLst>
          </p:cNvPr>
          <p:cNvSpPr txBox="1"/>
          <p:nvPr/>
        </p:nvSpPr>
        <p:spPr>
          <a:xfrm>
            <a:off x="7928563" y="10914320"/>
            <a:ext cx="2464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◉ Задания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E4AD7F-C30D-10F2-7492-7CF9358BC535}"/>
              </a:ext>
            </a:extLst>
          </p:cNvPr>
          <p:cNvSpPr txBox="1"/>
          <p:nvPr/>
        </p:nvSpPr>
        <p:spPr>
          <a:xfrm>
            <a:off x="7928563" y="11370864"/>
            <a:ext cx="2464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◉ Подписки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8B1C5C3-4F0E-48B7-E0F4-2BA646BE10D1}"/>
              </a:ext>
            </a:extLst>
          </p:cNvPr>
          <p:cNvSpPr txBox="1"/>
          <p:nvPr/>
        </p:nvSpPr>
        <p:spPr>
          <a:xfrm>
            <a:off x="7928563" y="11837787"/>
            <a:ext cx="2464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◉ Издания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1F9B34A-CCF8-46B7-1108-B841A14C20A2}"/>
              </a:ext>
            </a:extLst>
          </p:cNvPr>
          <p:cNvSpPr txBox="1"/>
          <p:nvPr/>
        </p:nvSpPr>
        <p:spPr>
          <a:xfrm>
            <a:off x="5130330" y="10956138"/>
            <a:ext cx="16199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Полный доступ</a:t>
            </a:r>
          </a:p>
        </p:txBody>
      </p:sp>
      <p:sp>
        <p:nvSpPr>
          <p:cNvPr id="73" name="Стрелка: шеврон 72">
            <a:extLst>
              <a:ext uri="{FF2B5EF4-FFF2-40B4-BE49-F238E27FC236}">
                <a16:creationId xmlns:a16="http://schemas.microsoft.com/office/drawing/2014/main" id="{F2F822C9-ADF5-D66D-41C0-E4F82DB86893}"/>
              </a:ext>
            </a:extLst>
          </p:cNvPr>
          <p:cNvSpPr/>
          <p:nvPr/>
        </p:nvSpPr>
        <p:spPr>
          <a:xfrm>
            <a:off x="5732460" y="1738991"/>
            <a:ext cx="2394243" cy="854199"/>
          </a:xfrm>
          <a:prstGeom prst="chevron">
            <a:avLst>
              <a:gd name="adj" fmla="val 4238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Вход</a:t>
            </a:r>
          </a:p>
        </p:txBody>
      </p:sp>
      <p:sp>
        <p:nvSpPr>
          <p:cNvPr id="74" name="Стрелка: шеврон 73">
            <a:extLst>
              <a:ext uri="{FF2B5EF4-FFF2-40B4-BE49-F238E27FC236}">
                <a16:creationId xmlns:a16="http://schemas.microsoft.com/office/drawing/2014/main" id="{49FC4D37-733F-C139-EC21-68E6FB9ED3F4}"/>
              </a:ext>
            </a:extLst>
          </p:cNvPr>
          <p:cNvSpPr/>
          <p:nvPr/>
        </p:nvSpPr>
        <p:spPr>
          <a:xfrm>
            <a:off x="7887574" y="1738991"/>
            <a:ext cx="2394243" cy="854199"/>
          </a:xfrm>
          <a:prstGeom prst="chevron">
            <a:avLst>
              <a:gd name="adj" fmla="val 42382"/>
            </a:avLst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Сервер</a:t>
            </a:r>
          </a:p>
        </p:txBody>
      </p:sp>
      <p:sp>
        <p:nvSpPr>
          <p:cNvPr id="75" name="Стрелка: шеврон 74">
            <a:extLst>
              <a:ext uri="{FF2B5EF4-FFF2-40B4-BE49-F238E27FC236}">
                <a16:creationId xmlns:a16="http://schemas.microsoft.com/office/drawing/2014/main" id="{8877CB1B-085F-C956-EC6A-9A14A5F9D841}"/>
              </a:ext>
            </a:extLst>
          </p:cNvPr>
          <p:cNvSpPr/>
          <p:nvPr/>
        </p:nvSpPr>
        <p:spPr>
          <a:xfrm>
            <a:off x="4616301" y="2704312"/>
            <a:ext cx="5159522" cy="854199"/>
          </a:xfrm>
          <a:prstGeom prst="chevron">
            <a:avLst>
              <a:gd name="adj" fmla="val 4238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Двойная верификация</a:t>
            </a:r>
          </a:p>
        </p:txBody>
      </p:sp>
      <p:sp>
        <p:nvSpPr>
          <p:cNvPr id="76" name="Стрелка: шеврон 75">
            <a:extLst>
              <a:ext uri="{FF2B5EF4-FFF2-40B4-BE49-F238E27FC236}">
                <a16:creationId xmlns:a16="http://schemas.microsoft.com/office/drawing/2014/main" id="{48B48B9E-0361-FE77-79C9-26EC7A603C3A}"/>
              </a:ext>
            </a:extLst>
          </p:cNvPr>
          <p:cNvSpPr/>
          <p:nvPr/>
        </p:nvSpPr>
        <p:spPr>
          <a:xfrm>
            <a:off x="9543612" y="2710478"/>
            <a:ext cx="2394243" cy="854199"/>
          </a:xfrm>
          <a:prstGeom prst="chevron">
            <a:avLst>
              <a:gd name="adj" fmla="val 42382"/>
            </a:avLst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Доступ</a:t>
            </a:r>
          </a:p>
        </p:txBody>
      </p:sp>
      <p:sp useBgFill="1">
        <p:nvSpPr>
          <p:cNvPr id="84" name="Прямоугольник: усеченные противолежащие углы 83">
            <a:extLst>
              <a:ext uri="{FF2B5EF4-FFF2-40B4-BE49-F238E27FC236}">
                <a16:creationId xmlns:a16="http://schemas.microsoft.com/office/drawing/2014/main" id="{311E2E2B-B6BE-1E1B-09BE-569827560BBE}"/>
              </a:ext>
            </a:extLst>
          </p:cNvPr>
          <p:cNvSpPr/>
          <p:nvPr/>
        </p:nvSpPr>
        <p:spPr>
          <a:xfrm>
            <a:off x="4761532" y="4046844"/>
            <a:ext cx="6048507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DF78398-C40D-021A-E3B9-BB1ACDF7BFCF}"/>
              </a:ext>
            </a:extLst>
          </p:cNvPr>
          <p:cNvSpPr txBox="1"/>
          <p:nvPr/>
        </p:nvSpPr>
        <p:spPr>
          <a:xfrm>
            <a:off x="4942489" y="4120398"/>
            <a:ext cx="5705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Автовход по компьютеру</a:t>
            </a:r>
          </a:p>
        </p:txBody>
      </p:sp>
      <p:sp useBgFill="1">
        <p:nvSpPr>
          <p:cNvPr id="85" name="Прямоугольник: усеченные противолежащие углы 84">
            <a:extLst>
              <a:ext uri="{FF2B5EF4-FFF2-40B4-BE49-F238E27FC236}">
                <a16:creationId xmlns:a16="http://schemas.microsoft.com/office/drawing/2014/main" id="{F290CD63-62F1-AE43-CB7C-5B3457BA035C}"/>
              </a:ext>
            </a:extLst>
          </p:cNvPr>
          <p:cNvSpPr/>
          <p:nvPr/>
        </p:nvSpPr>
        <p:spPr>
          <a:xfrm>
            <a:off x="5138538" y="4925883"/>
            <a:ext cx="5291851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2810D82-3BDC-3A3F-9A5D-E09E36E60201}"/>
              </a:ext>
            </a:extLst>
          </p:cNvPr>
          <p:cNvSpPr txBox="1"/>
          <p:nvPr/>
        </p:nvSpPr>
        <p:spPr>
          <a:xfrm>
            <a:off x="5319494" y="4999437"/>
            <a:ext cx="49437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Шифрование данных</a:t>
            </a:r>
          </a:p>
        </p:txBody>
      </p:sp>
      <p:sp useBgFill="1">
        <p:nvSpPr>
          <p:cNvPr id="87" name="Прямоугольник: усеченные противолежащие углы 86">
            <a:extLst>
              <a:ext uri="{FF2B5EF4-FFF2-40B4-BE49-F238E27FC236}">
                <a16:creationId xmlns:a16="http://schemas.microsoft.com/office/drawing/2014/main" id="{5256E6B4-7681-03D0-717A-9E9B05EE7855}"/>
              </a:ext>
            </a:extLst>
          </p:cNvPr>
          <p:cNvSpPr/>
          <p:nvPr/>
        </p:nvSpPr>
        <p:spPr>
          <a:xfrm>
            <a:off x="5522837" y="5800368"/>
            <a:ext cx="3327065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D6A4D0A-31B9-E98D-FC21-222ACBB5B003}"/>
              </a:ext>
            </a:extLst>
          </p:cNvPr>
          <p:cNvSpPr txBox="1"/>
          <p:nvPr/>
        </p:nvSpPr>
        <p:spPr>
          <a:xfrm>
            <a:off x="5703793" y="5873922"/>
            <a:ext cx="294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SSL Pinning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89" name="Прямоугольник: скругленные углы 88">
            <a:extLst>
              <a:ext uri="{FF2B5EF4-FFF2-40B4-BE49-F238E27FC236}">
                <a16:creationId xmlns:a16="http://schemas.microsoft.com/office/drawing/2014/main" id="{9BE94376-4C7F-B2E1-CD77-0C94F8043040}"/>
              </a:ext>
            </a:extLst>
          </p:cNvPr>
          <p:cNvSpPr/>
          <p:nvPr/>
        </p:nvSpPr>
        <p:spPr>
          <a:xfrm>
            <a:off x="12921671" y="1811314"/>
            <a:ext cx="4237185" cy="1933377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40A150F-341D-D26F-5F36-35B07F92AA8C}"/>
              </a:ext>
            </a:extLst>
          </p:cNvPr>
          <p:cNvSpPr txBox="1"/>
          <p:nvPr/>
        </p:nvSpPr>
        <p:spPr>
          <a:xfrm>
            <a:off x="13001912" y="2580364"/>
            <a:ext cx="40767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Автоматически, без участия пользователя</a:t>
            </a:r>
          </a:p>
        </p:txBody>
      </p:sp>
      <p:cxnSp>
        <p:nvCxnSpPr>
          <p:cNvPr id="91" name="Прямая соединительная линия 90">
            <a:extLst>
              <a:ext uri="{FF2B5EF4-FFF2-40B4-BE49-F238E27FC236}">
                <a16:creationId xmlns:a16="http://schemas.microsoft.com/office/drawing/2014/main" id="{1DAF91BF-D5B0-304F-EC2C-CEFAF70DA6EE}"/>
              </a:ext>
            </a:extLst>
          </p:cNvPr>
          <p:cNvCxnSpPr>
            <a:cxnSpLocks/>
          </p:cNvCxnSpPr>
          <p:nvPr/>
        </p:nvCxnSpPr>
        <p:spPr>
          <a:xfrm>
            <a:off x="13269993" y="2230300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92" name="Овал 91">
            <a:extLst>
              <a:ext uri="{FF2B5EF4-FFF2-40B4-BE49-F238E27FC236}">
                <a16:creationId xmlns:a16="http://schemas.microsoft.com/office/drawing/2014/main" id="{4F2A7462-540F-400C-0D52-294C665E620E}"/>
              </a:ext>
            </a:extLst>
          </p:cNvPr>
          <p:cNvSpPr/>
          <p:nvPr/>
        </p:nvSpPr>
        <p:spPr>
          <a:xfrm>
            <a:off x="14727944" y="1925014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3" name="Рисунок 92">
            <a:extLst>
              <a:ext uri="{FF2B5EF4-FFF2-40B4-BE49-F238E27FC236}">
                <a16:creationId xmlns:a16="http://schemas.microsoft.com/office/drawing/2014/main" id="{CC67174D-72DB-0A12-37ED-2CC5964FAD1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987" y="1998342"/>
            <a:ext cx="463917" cy="463917"/>
          </a:xfrm>
          <a:prstGeom prst="rect">
            <a:avLst/>
          </a:prstGeom>
        </p:spPr>
      </p:pic>
      <p:sp>
        <p:nvSpPr>
          <p:cNvPr id="94" name="Стрелка: шеврон 93">
            <a:extLst>
              <a:ext uri="{FF2B5EF4-FFF2-40B4-BE49-F238E27FC236}">
                <a16:creationId xmlns:a16="http://schemas.microsoft.com/office/drawing/2014/main" id="{B948D051-8586-BDEB-A88D-921E0E18DC62}"/>
              </a:ext>
            </a:extLst>
          </p:cNvPr>
          <p:cNvSpPr/>
          <p:nvPr/>
        </p:nvSpPr>
        <p:spPr>
          <a:xfrm>
            <a:off x="14017547" y="4778997"/>
            <a:ext cx="2394243" cy="854199"/>
          </a:xfrm>
          <a:prstGeom prst="chevron">
            <a:avLst>
              <a:gd name="adj" fmla="val 42382"/>
            </a:avLst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Запуск</a:t>
            </a:r>
          </a:p>
        </p:txBody>
      </p:sp>
      <p:sp>
        <p:nvSpPr>
          <p:cNvPr id="95" name="Стрелка: шеврон 94">
            <a:extLst>
              <a:ext uri="{FF2B5EF4-FFF2-40B4-BE49-F238E27FC236}">
                <a16:creationId xmlns:a16="http://schemas.microsoft.com/office/drawing/2014/main" id="{E657031D-AB2B-6E65-AA5C-97A824DC0460}"/>
              </a:ext>
            </a:extLst>
          </p:cNvPr>
          <p:cNvSpPr/>
          <p:nvPr/>
        </p:nvSpPr>
        <p:spPr>
          <a:xfrm>
            <a:off x="16172661" y="4778997"/>
            <a:ext cx="4050281" cy="854199"/>
          </a:xfrm>
          <a:prstGeom prst="chevron">
            <a:avLst>
              <a:gd name="adj" fmla="val 4238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Проверка версии</a:t>
            </a:r>
          </a:p>
        </p:txBody>
      </p:sp>
      <p:sp>
        <p:nvSpPr>
          <p:cNvPr id="96" name="Стрелка: шеврон 95">
            <a:extLst>
              <a:ext uri="{FF2B5EF4-FFF2-40B4-BE49-F238E27FC236}">
                <a16:creationId xmlns:a16="http://schemas.microsoft.com/office/drawing/2014/main" id="{844F279E-5DE5-B670-97E3-24ED2A33BBD1}"/>
              </a:ext>
            </a:extLst>
          </p:cNvPr>
          <p:cNvSpPr/>
          <p:nvPr/>
        </p:nvSpPr>
        <p:spPr>
          <a:xfrm>
            <a:off x="13153672" y="5727417"/>
            <a:ext cx="2886775" cy="854199"/>
          </a:xfrm>
          <a:prstGeom prst="chevron">
            <a:avLst>
              <a:gd name="adj" fmla="val 42382"/>
            </a:avLst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Загрузка</a:t>
            </a:r>
          </a:p>
        </p:txBody>
      </p:sp>
      <p:sp>
        <p:nvSpPr>
          <p:cNvPr id="97" name="Стрелка: шеврон 96">
            <a:extLst>
              <a:ext uri="{FF2B5EF4-FFF2-40B4-BE49-F238E27FC236}">
                <a16:creationId xmlns:a16="http://schemas.microsoft.com/office/drawing/2014/main" id="{D74E420D-04B9-BE41-9EB0-4B9AAC9E0841}"/>
              </a:ext>
            </a:extLst>
          </p:cNvPr>
          <p:cNvSpPr/>
          <p:nvPr/>
        </p:nvSpPr>
        <p:spPr>
          <a:xfrm>
            <a:off x="15788163" y="5735164"/>
            <a:ext cx="4050281" cy="854199"/>
          </a:xfrm>
          <a:prstGeom prst="chevron">
            <a:avLst>
              <a:gd name="adj" fmla="val 4238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Проверка файлов</a:t>
            </a:r>
          </a:p>
        </p:txBody>
      </p:sp>
    </p:spTree>
    <p:extLst>
      <p:ext uri="{BB962C8B-B14F-4D97-AF65-F5344CB8AC3E}">
        <p14:creationId xmlns:p14="http://schemas.microsoft.com/office/powerpoint/2010/main" val="30978657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4CDAE5-57D0-438E-675B-6D2BFC9827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7887B54-E7CC-57D2-7277-40EC76211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643351">
            <a:off x="-7318174" y="-1613834"/>
            <a:ext cx="13474494" cy="10293396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33" name="Freeform 67">
            <a:extLst>
              <a:ext uri="{FF2B5EF4-FFF2-40B4-BE49-F238E27FC236}">
                <a16:creationId xmlns:a16="http://schemas.microsoft.com/office/drawing/2014/main" id="{C5DC79E6-F2A8-152D-6BDA-10F4D8FDF990}"/>
              </a:ext>
            </a:extLst>
          </p:cNvPr>
          <p:cNvSpPr>
            <a:spLocks/>
          </p:cNvSpPr>
          <p:nvPr/>
        </p:nvSpPr>
        <p:spPr bwMode="auto">
          <a:xfrm rot="4473019">
            <a:off x="900186" y="-247203"/>
            <a:ext cx="1485899" cy="4876802"/>
          </a:xfrm>
          <a:custGeom>
            <a:avLst/>
            <a:gdLst>
              <a:gd name="T0" fmla="*/ 0 w 5335"/>
              <a:gd name="T1" fmla="*/ 845 h 17266"/>
              <a:gd name="T2" fmla="*/ 5335 w 5335"/>
              <a:gd name="T3" fmla="*/ 0 h 17266"/>
              <a:gd name="T4" fmla="*/ 5335 w 5335"/>
              <a:gd name="T5" fmla="*/ 17266 h 17266"/>
              <a:gd name="T6" fmla="*/ 0 w 5335"/>
              <a:gd name="T7" fmla="*/ 845 h 17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35" h="17266">
                <a:moveTo>
                  <a:pt x="0" y="845"/>
                </a:moveTo>
                <a:cubicBezTo>
                  <a:pt x="1723" y="285"/>
                  <a:pt x="3523" y="0"/>
                  <a:pt x="5335" y="0"/>
                </a:cubicBezTo>
                <a:lnTo>
                  <a:pt x="5335" y="17266"/>
                </a:lnTo>
                <a:lnTo>
                  <a:pt x="0" y="845"/>
                </a:lnTo>
                <a:close/>
              </a:path>
            </a:pathLst>
          </a:custGeom>
          <a:solidFill>
            <a:srgbClr val="FF66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2151000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" name="Freeform 67">
            <a:extLst>
              <a:ext uri="{FF2B5EF4-FFF2-40B4-BE49-F238E27FC236}">
                <a16:creationId xmlns:a16="http://schemas.microsoft.com/office/drawing/2014/main" id="{9E817CB8-EF69-D578-AB3C-62A80480D541}"/>
              </a:ext>
            </a:extLst>
          </p:cNvPr>
          <p:cNvSpPr>
            <a:spLocks/>
          </p:cNvSpPr>
          <p:nvPr/>
        </p:nvSpPr>
        <p:spPr bwMode="auto">
          <a:xfrm rot="5640670">
            <a:off x="1210065" y="509716"/>
            <a:ext cx="1485899" cy="4876802"/>
          </a:xfrm>
          <a:custGeom>
            <a:avLst/>
            <a:gdLst>
              <a:gd name="T0" fmla="*/ 0 w 5335"/>
              <a:gd name="T1" fmla="*/ 845 h 17266"/>
              <a:gd name="T2" fmla="*/ 5335 w 5335"/>
              <a:gd name="T3" fmla="*/ 0 h 17266"/>
              <a:gd name="T4" fmla="*/ 5335 w 5335"/>
              <a:gd name="T5" fmla="*/ 17266 h 17266"/>
              <a:gd name="T6" fmla="*/ 0 w 5335"/>
              <a:gd name="T7" fmla="*/ 845 h 17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35" h="17266">
                <a:moveTo>
                  <a:pt x="0" y="845"/>
                </a:moveTo>
                <a:cubicBezTo>
                  <a:pt x="1723" y="285"/>
                  <a:pt x="3523" y="0"/>
                  <a:pt x="5335" y="0"/>
                </a:cubicBezTo>
                <a:lnTo>
                  <a:pt x="5335" y="17266"/>
                </a:lnTo>
                <a:lnTo>
                  <a:pt x="0" y="845"/>
                </a:lnTo>
                <a:close/>
              </a:path>
            </a:pathLst>
          </a:custGeom>
          <a:solidFill>
            <a:srgbClr val="FF66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AB1A609-125D-371C-DD7C-F4C0D8BEA3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4276085">
            <a:off x="-4038248" y="415997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2" name="Freeform 19">
            <a:extLst>
              <a:ext uri="{FF2B5EF4-FFF2-40B4-BE49-F238E27FC236}">
                <a16:creationId xmlns:a16="http://schemas.microsoft.com/office/drawing/2014/main" id="{D6819DE7-CBD3-D00D-AA7D-5CB875B1D14C}"/>
              </a:ext>
            </a:extLst>
          </p:cNvPr>
          <p:cNvSpPr>
            <a:spLocks/>
          </p:cNvSpPr>
          <p:nvPr/>
        </p:nvSpPr>
        <p:spPr bwMode="auto">
          <a:xfrm rot="14247096">
            <a:off x="-906190" y="1334599"/>
            <a:ext cx="3125670" cy="2842548"/>
          </a:xfrm>
          <a:custGeom>
            <a:avLst/>
            <a:gdLst>
              <a:gd name="T0" fmla="*/ 11170 w 11170"/>
              <a:gd name="T1" fmla="*/ 7687 h 10107"/>
              <a:gd name="T2" fmla="*/ 0 w 11170"/>
              <a:gd name="T3" fmla="*/ 7687 h 10107"/>
              <a:gd name="T4" fmla="*/ 5585 w 11170"/>
              <a:gd name="T5" fmla="*/ 0 h 10107"/>
              <a:gd name="T6" fmla="*/ 11170 w 11170"/>
              <a:gd name="T7" fmla="*/ 7687 h 10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170" h="10107">
                <a:moveTo>
                  <a:pt x="11170" y="7687"/>
                </a:moveTo>
                <a:cubicBezTo>
                  <a:pt x="7840" y="10107"/>
                  <a:pt x="3331" y="10107"/>
                  <a:pt x="0" y="7687"/>
                </a:cubicBezTo>
                <a:lnTo>
                  <a:pt x="5585" y="0"/>
                </a:lnTo>
                <a:lnTo>
                  <a:pt x="11170" y="7687"/>
                </a:lnTo>
                <a:close/>
              </a:path>
            </a:pathLst>
          </a:custGeom>
          <a:solidFill>
            <a:srgbClr val="FF66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2157600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27DE4B9-3969-562B-7EAA-528066E983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7" y="1968693"/>
            <a:ext cx="1418948" cy="141894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832BBAB-CDE2-B66B-5B49-7E16F9B458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3555" y="3781954"/>
            <a:ext cx="1714290" cy="141894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822FFE5-B56F-57DF-5D54-54324914FD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5720" y="4284140"/>
            <a:ext cx="1418948" cy="141894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51B7E08-BAB9-B362-BD77-3C8406E06F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23797" y="2653034"/>
            <a:ext cx="1418944" cy="141894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9BB4201-EA7C-6431-6446-135129C902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39400" y="1154912"/>
            <a:ext cx="1418944" cy="141894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1255E5F-2A07-B502-5177-14093F81C5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557" y="-502631"/>
            <a:ext cx="1098464" cy="10984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8937D7D-2BCB-391F-6A6F-5FFC289A9BE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997" y="265703"/>
            <a:ext cx="1098464" cy="109846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EA596FF-4E0C-B448-64BC-EA3D344A953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146" y="1396155"/>
            <a:ext cx="1098464" cy="109846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FEF2A16-EA96-7767-9E03-13D83BD39DC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952" y="2644918"/>
            <a:ext cx="1098464" cy="109846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BA7CE1F-9216-E69E-C77A-4CEB6446033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724" y="4033217"/>
            <a:ext cx="1098464" cy="109846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7000FA0-979A-F8AE-F1D5-5460B1AAFCA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00" y="6639996"/>
            <a:ext cx="1098464" cy="109846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B885520-8748-1B78-D572-02FF6A33138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636" y="5547505"/>
            <a:ext cx="1098464" cy="109846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86A2D8F-3BCB-7DF0-FF1C-E0E223436DB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9100" y="7009434"/>
            <a:ext cx="1098464" cy="1098464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EFD8866-7871-4D94-690B-27C47500A48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02306" y="6446920"/>
            <a:ext cx="1098466" cy="1098466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3EA91803-CF0E-6A5C-668E-D69EF23A39D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38275" y="5703088"/>
            <a:ext cx="1089354" cy="1089354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905833E-9007-97A5-12CE-8EF4D2B8A20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57247" y="2683490"/>
            <a:ext cx="1098464" cy="1098464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B3A3BB2-5FC7-9FF2-0627-14E4B6EC0B6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86035" y="1076581"/>
            <a:ext cx="1078992" cy="1078992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697D7CF-0CD9-3E6F-EBDA-E01D6A54315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41679" y="-451648"/>
            <a:ext cx="1088220" cy="108822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E3E1EAE-45D0-A120-D2E9-EF381311F5F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1098" y="-989964"/>
            <a:ext cx="1088220" cy="108822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92A0D548-6EBC-50C7-ABC4-DDBAB07E61A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36475" y="4305652"/>
            <a:ext cx="1088220" cy="108822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EE0A9F87-00A7-2629-C903-44E6EA96219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4566" y="7058059"/>
            <a:ext cx="1088220" cy="1088220"/>
          </a:xfrm>
          <a:prstGeom prst="rect">
            <a:avLst/>
          </a:prstGeom>
        </p:spPr>
      </p:pic>
      <p:sp>
        <p:nvSpPr>
          <p:cNvPr id="43" name="Параллелограмм 42">
            <a:extLst>
              <a:ext uri="{FF2B5EF4-FFF2-40B4-BE49-F238E27FC236}">
                <a16:creationId xmlns:a16="http://schemas.microsoft.com/office/drawing/2014/main" id="{50B643B3-EC85-7D91-3B3D-AFD1CDC4ADE9}"/>
              </a:ext>
            </a:extLst>
          </p:cNvPr>
          <p:cNvSpPr/>
          <p:nvPr/>
        </p:nvSpPr>
        <p:spPr>
          <a:xfrm>
            <a:off x="3821906" y="103132"/>
            <a:ext cx="4834248" cy="85419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: скругленные верхние углы 43">
            <a:extLst>
              <a:ext uri="{FF2B5EF4-FFF2-40B4-BE49-F238E27FC236}">
                <a16:creationId xmlns:a16="http://schemas.microsoft.com/office/drawing/2014/main" id="{7096EF8A-5878-2A0D-9DF6-02BD0D1E409C}"/>
              </a:ext>
            </a:extLst>
          </p:cNvPr>
          <p:cNvSpPr/>
          <p:nvPr/>
        </p:nvSpPr>
        <p:spPr>
          <a:xfrm rot="5400000">
            <a:off x="8087103" y="-54966"/>
            <a:ext cx="854770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араллелограмм 44">
            <a:extLst>
              <a:ext uri="{FF2B5EF4-FFF2-40B4-BE49-F238E27FC236}">
                <a16:creationId xmlns:a16="http://schemas.microsoft.com/office/drawing/2014/main" id="{6502D07E-402D-F4DB-E40C-5C824CD38B2D}"/>
              </a:ext>
            </a:extLst>
          </p:cNvPr>
          <p:cNvSpPr/>
          <p:nvPr/>
        </p:nvSpPr>
        <p:spPr>
          <a:xfrm>
            <a:off x="4108108" y="191592"/>
            <a:ext cx="3869738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CC94A7-C7E5-73D8-0587-A8858FAAF983}"/>
              </a:ext>
            </a:extLst>
          </p:cNvPr>
          <p:cNvSpPr txBox="1"/>
          <p:nvPr/>
        </p:nvSpPr>
        <p:spPr>
          <a:xfrm>
            <a:off x="4602944" y="100152"/>
            <a:ext cx="30065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PostalApp</a:t>
            </a:r>
            <a:endParaRPr lang="ru-RU" sz="4400" dirty="0">
              <a:solidFill>
                <a:schemeClr val="tx2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7" name="Параллелограмм 46">
            <a:extLst>
              <a:ext uri="{FF2B5EF4-FFF2-40B4-BE49-F238E27FC236}">
                <a16:creationId xmlns:a16="http://schemas.microsoft.com/office/drawing/2014/main" id="{79F8E927-5A88-6D8E-FC79-BC46D2B9715E}"/>
              </a:ext>
            </a:extLst>
          </p:cNvPr>
          <p:cNvSpPr/>
          <p:nvPr/>
        </p:nvSpPr>
        <p:spPr>
          <a:xfrm>
            <a:off x="4353127" y="1027632"/>
            <a:ext cx="3001092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43A6011-AA14-1D50-7A56-101330EF879B}"/>
              </a:ext>
            </a:extLst>
          </p:cNvPr>
          <p:cNvSpPr txBox="1"/>
          <p:nvPr/>
        </p:nvSpPr>
        <p:spPr>
          <a:xfrm>
            <a:off x="4587717" y="961411"/>
            <a:ext cx="257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Обновления</a:t>
            </a:r>
          </a:p>
        </p:txBody>
      </p:sp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9A0E75D8-81FA-866C-71C4-B8B283382C6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547" y="163906"/>
            <a:ext cx="734517" cy="734517"/>
          </a:xfrm>
          <a:prstGeom prst="rect">
            <a:avLst/>
          </a:prstGeom>
        </p:spPr>
      </p:pic>
      <p:sp>
        <p:nvSpPr>
          <p:cNvPr id="51" name="Стрелка: шеврон 50">
            <a:extLst>
              <a:ext uri="{FF2B5EF4-FFF2-40B4-BE49-F238E27FC236}">
                <a16:creationId xmlns:a16="http://schemas.microsoft.com/office/drawing/2014/main" id="{F8A2ACEF-C7C2-42F0-6ED5-7DEF539FD39B}"/>
              </a:ext>
            </a:extLst>
          </p:cNvPr>
          <p:cNvSpPr/>
          <p:nvPr/>
        </p:nvSpPr>
        <p:spPr>
          <a:xfrm>
            <a:off x="5583603" y="4469527"/>
            <a:ext cx="2394243" cy="854199"/>
          </a:xfrm>
          <a:prstGeom prst="chevron">
            <a:avLst>
              <a:gd name="adj" fmla="val 42382"/>
            </a:avLst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Запуск</a:t>
            </a:r>
          </a:p>
        </p:txBody>
      </p:sp>
      <p:sp>
        <p:nvSpPr>
          <p:cNvPr id="52" name="Стрелка: шеврон 51">
            <a:extLst>
              <a:ext uri="{FF2B5EF4-FFF2-40B4-BE49-F238E27FC236}">
                <a16:creationId xmlns:a16="http://schemas.microsoft.com/office/drawing/2014/main" id="{E67E6DD3-76A3-20E7-AC95-37614AF3191B}"/>
              </a:ext>
            </a:extLst>
          </p:cNvPr>
          <p:cNvSpPr/>
          <p:nvPr/>
        </p:nvSpPr>
        <p:spPr>
          <a:xfrm>
            <a:off x="7738717" y="4469527"/>
            <a:ext cx="4050281" cy="854199"/>
          </a:xfrm>
          <a:prstGeom prst="chevron">
            <a:avLst>
              <a:gd name="adj" fmla="val 4238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Проверка версии</a:t>
            </a:r>
          </a:p>
        </p:txBody>
      </p:sp>
      <p:sp>
        <p:nvSpPr>
          <p:cNvPr id="53" name="Стрелка: шеврон 52">
            <a:extLst>
              <a:ext uri="{FF2B5EF4-FFF2-40B4-BE49-F238E27FC236}">
                <a16:creationId xmlns:a16="http://schemas.microsoft.com/office/drawing/2014/main" id="{AC892261-9596-7FEB-92E8-F20A9E31C599}"/>
              </a:ext>
            </a:extLst>
          </p:cNvPr>
          <p:cNvSpPr/>
          <p:nvPr/>
        </p:nvSpPr>
        <p:spPr>
          <a:xfrm>
            <a:off x="4719728" y="5417947"/>
            <a:ext cx="2886775" cy="854199"/>
          </a:xfrm>
          <a:prstGeom prst="chevron">
            <a:avLst>
              <a:gd name="adj" fmla="val 42382"/>
            </a:avLst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Загрузка</a:t>
            </a:r>
          </a:p>
        </p:txBody>
      </p:sp>
      <p:sp>
        <p:nvSpPr>
          <p:cNvPr id="54" name="Стрелка: шеврон 53">
            <a:extLst>
              <a:ext uri="{FF2B5EF4-FFF2-40B4-BE49-F238E27FC236}">
                <a16:creationId xmlns:a16="http://schemas.microsoft.com/office/drawing/2014/main" id="{898355D9-3200-0CF4-815C-628603DB3E4D}"/>
              </a:ext>
            </a:extLst>
          </p:cNvPr>
          <p:cNvSpPr/>
          <p:nvPr/>
        </p:nvSpPr>
        <p:spPr>
          <a:xfrm>
            <a:off x="7354219" y="5425871"/>
            <a:ext cx="4050281" cy="854199"/>
          </a:xfrm>
          <a:prstGeom prst="chevron">
            <a:avLst>
              <a:gd name="adj" fmla="val 4238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Проверка файлов</a:t>
            </a:r>
          </a:p>
        </p:txBody>
      </p:sp>
      <p:sp useBgFill="1">
        <p:nvSpPr>
          <p:cNvPr id="55" name="Прямоугольник: усеченные противолежащие углы 54">
            <a:extLst>
              <a:ext uri="{FF2B5EF4-FFF2-40B4-BE49-F238E27FC236}">
                <a16:creationId xmlns:a16="http://schemas.microsoft.com/office/drawing/2014/main" id="{92E3EE08-7ECA-A318-F712-5BECF6EE3906}"/>
              </a:ext>
            </a:extLst>
          </p:cNvPr>
          <p:cNvSpPr/>
          <p:nvPr/>
        </p:nvSpPr>
        <p:spPr>
          <a:xfrm>
            <a:off x="13574224" y="4066595"/>
            <a:ext cx="6048507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699E87B-4416-C673-AE03-582D71454A81}"/>
              </a:ext>
            </a:extLst>
          </p:cNvPr>
          <p:cNvSpPr txBox="1"/>
          <p:nvPr/>
        </p:nvSpPr>
        <p:spPr>
          <a:xfrm>
            <a:off x="13755181" y="4140149"/>
            <a:ext cx="5705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Автовход по компьютеру</a:t>
            </a:r>
          </a:p>
        </p:txBody>
      </p:sp>
      <p:sp useBgFill="1">
        <p:nvSpPr>
          <p:cNvPr id="57" name="Прямоугольник: усеченные противолежащие углы 56">
            <a:extLst>
              <a:ext uri="{FF2B5EF4-FFF2-40B4-BE49-F238E27FC236}">
                <a16:creationId xmlns:a16="http://schemas.microsoft.com/office/drawing/2014/main" id="{78D2D280-EE4D-4B84-D8C4-1377FC947842}"/>
              </a:ext>
            </a:extLst>
          </p:cNvPr>
          <p:cNvSpPr/>
          <p:nvPr/>
        </p:nvSpPr>
        <p:spPr>
          <a:xfrm>
            <a:off x="13951230" y="4945634"/>
            <a:ext cx="5291851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624580C-6934-9BC7-F02E-6C4615A49829}"/>
              </a:ext>
            </a:extLst>
          </p:cNvPr>
          <p:cNvSpPr txBox="1"/>
          <p:nvPr/>
        </p:nvSpPr>
        <p:spPr>
          <a:xfrm>
            <a:off x="14132186" y="5019188"/>
            <a:ext cx="49437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Шифрование данных</a:t>
            </a:r>
          </a:p>
        </p:txBody>
      </p:sp>
      <p:sp useBgFill="1">
        <p:nvSpPr>
          <p:cNvPr id="59" name="Прямоугольник: усеченные противолежащие углы 58">
            <a:extLst>
              <a:ext uri="{FF2B5EF4-FFF2-40B4-BE49-F238E27FC236}">
                <a16:creationId xmlns:a16="http://schemas.microsoft.com/office/drawing/2014/main" id="{B1A90906-1BA5-CA1E-86AF-3CD1D3DE42B1}"/>
              </a:ext>
            </a:extLst>
          </p:cNvPr>
          <p:cNvSpPr/>
          <p:nvPr/>
        </p:nvSpPr>
        <p:spPr>
          <a:xfrm>
            <a:off x="14335529" y="5820119"/>
            <a:ext cx="3327065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673560-1215-A95E-F6C3-9E1ABF59EA39}"/>
              </a:ext>
            </a:extLst>
          </p:cNvPr>
          <p:cNvSpPr txBox="1"/>
          <p:nvPr/>
        </p:nvSpPr>
        <p:spPr>
          <a:xfrm>
            <a:off x="14516485" y="5893673"/>
            <a:ext cx="294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SSL Pinning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61" name="Прямоугольник: скругленные углы 60">
            <a:extLst>
              <a:ext uri="{FF2B5EF4-FFF2-40B4-BE49-F238E27FC236}">
                <a16:creationId xmlns:a16="http://schemas.microsoft.com/office/drawing/2014/main" id="{D966266C-6E7F-6143-C97F-8036BAE59303}"/>
              </a:ext>
            </a:extLst>
          </p:cNvPr>
          <p:cNvSpPr/>
          <p:nvPr/>
        </p:nvSpPr>
        <p:spPr>
          <a:xfrm>
            <a:off x="6115755" y="1955512"/>
            <a:ext cx="4237185" cy="1933377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3D52264-91E4-B6CC-3B97-B4CE377BB705}"/>
              </a:ext>
            </a:extLst>
          </p:cNvPr>
          <p:cNvSpPr txBox="1"/>
          <p:nvPr/>
        </p:nvSpPr>
        <p:spPr>
          <a:xfrm>
            <a:off x="6195996" y="2724562"/>
            <a:ext cx="40767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Автоматически, без участия пользователя</a:t>
            </a:r>
          </a:p>
        </p:txBody>
      </p: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9A790E70-953C-CE6A-1716-C041708D8690}"/>
              </a:ext>
            </a:extLst>
          </p:cNvPr>
          <p:cNvCxnSpPr>
            <a:cxnSpLocks/>
          </p:cNvCxnSpPr>
          <p:nvPr/>
        </p:nvCxnSpPr>
        <p:spPr>
          <a:xfrm>
            <a:off x="6464077" y="2374498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64" name="Овал 63">
            <a:extLst>
              <a:ext uri="{FF2B5EF4-FFF2-40B4-BE49-F238E27FC236}">
                <a16:creationId xmlns:a16="http://schemas.microsoft.com/office/drawing/2014/main" id="{04F9C5AE-73A9-AE12-ACE4-EC68C1B6D1F9}"/>
              </a:ext>
            </a:extLst>
          </p:cNvPr>
          <p:cNvSpPr/>
          <p:nvPr/>
        </p:nvSpPr>
        <p:spPr>
          <a:xfrm>
            <a:off x="7922028" y="2069212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66CA4044-E9E1-11DB-6874-E4F99F9526FA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071" y="2142540"/>
            <a:ext cx="463917" cy="463917"/>
          </a:xfrm>
          <a:prstGeom prst="rect">
            <a:avLst/>
          </a:prstGeom>
        </p:spPr>
      </p:pic>
      <p:sp>
        <p:nvSpPr>
          <p:cNvPr id="77" name="Стрелка: шеврон 76">
            <a:extLst>
              <a:ext uri="{FF2B5EF4-FFF2-40B4-BE49-F238E27FC236}">
                <a16:creationId xmlns:a16="http://schemas.microsoft.com/office/drawing/2014/main" id="{7EA6EB7C-4441-7527-9601-149BF00AED14}"/>
              </a:ext>
            </a:extLst>
          </p:cNvPr>
          <p:cNvSpPr/>
          <p:nvPr/>
        </p:nvSpPr>
        <p:spPr>
          <a:xfrm>
            <a:off x="13995034" y="1609319"/>
            <a:ext cx="2394243" cy="854199"/>
          </a:xfrm>
          <a:prstGeom prst="chevron">
            <a:avLst>
              <a:gd name="adj" fmla="val 4238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Вход</a:t>
            </a:r>
          </a:p>
        </p:txBody>
      </p:sp>
      <p:sp>
        <p:nvSpPr>
          <p:cNvPr id="78" name="Стрелка: шеврон 77">
            <a:extLst>
              <a:ext uri="{FF2B5EF4-FFF2-40B4-BE49-F238E27FC236}">
                <a16:creationId xmlns:a16="http://schemas.microsoft.com/office/drawing/2014/main" id="{F203F28A-A7FE-F48B-5491-42ACA0297BE5}"/>
              </a:ext>
            </a:extLst>
          </p:cNvPr>
          <p:cNvSpPr/>
          <p:nvPr/>
        </p:nvSpPr>
        <p:spPr>
          <a:xfrm>
            <a:off x="16150148" y="1609319"/>
            <a:ext cx="2394243" cy="854199"/>
          </a:xfrm>
          <a:prstGeom prst="chevron">
            <a:avLst>
              <a:gd name="adj" fmla="val 42382"/>
            </a:avLst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Сервер</a:t>
            </a:r>
          </a:p>
        </p:txBody>
      </p:sp>
      <p:sp>
        <p:nvSpPr>
          <p:cNvPr id="79" name="Стрелка: шеврон 78">
            <a:extLst>
              <a:ext uri="{FF2B5EF4-FFF2-40B4-BE49-F238E27FC236}">
                <a16:creationId xmlns:a16="http://schemas.microsoft.com/office/drawing/2014/main" id="{DE2CF34B-F47D-9C03-FE9F-F49687E66EDD}"/>
              </a:ext>
            </a:extLst>
          </p:cNvPr>
          <p:cNvSpPr/>
          <p:nvPr/>
        </p:nvSpPr>
        <p:spPr>
          <a:xfrm>
            <a:off x="12878875" y="2574640"/>
            <a:ext cx="5159522" cy="854199"/>
          </a:xfrm>
          <a:prstGeom prst="chevron">
            <a:avLst>
              <a:gd name="adj" fmla="val 4238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Двойная верификация</a:t>
            </a:r>
          </a:p>
        </p:txBody>
      </p:sp>
      <p:sp>
        <p:nvSpPr>
          <p:cNvPr id="80" name="Стрелка: шеврон 79">
            <a:extLst>
              <a:ext uri="{FF2B5EF4-FFF2-40B4-BE49-F238E27FC236}">
                <a16:creationId xmlns:a16="http://schemas.microsoft.com/office/drawing/2014/main" id="{113CE279-E403-5BD4-AC3D-3A204191FDC5}"/>
              </a:ext>
            </a:extLst>
          </p:cNvPr>
          <p:cNvSpPr/>
          <p:nvPr/>
        </p:nvSpPr>
        <p:spPr>
          <a:xfrm>
            <a:off x="17806186" y="2580806"/>
            <a:ext cx="2394243" cy="854199"/>
          </a:xfrm>
          <a:prstGeom prst="chevron">
            <a:avLst>
              <a:gd name="adj" fmla="val 42382"/>
            </a:avLst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Доступ</a:t>
            </a:r>
          </a:p>
        </p:txBody>
      </p:sp>
    </p:spTree>
    <p:extLst>
      <p:ext uri="{BB962C8B-B14F-4D97-AF65-F5344CB8AC3E}">
        <p14:creationId xmlns:p14="http://schemas.microsoft.com/office/powerpoint/2010/main" val="2827234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85F3F58-6242-8124-483E-A74E8D884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85522" y="0"/>
            <a:ext cx="12185522" cy="6858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DD31A52-5A6C-3D2B-A21B-42742CFC2B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B5A7E49-1A78-0353-50DC-FA23A9A33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643351">
            <a:off x="-7318174" y="-1613834"/>
            <a:ext cx="13474494" cy="10293396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5" name="Freeform 67">
            <a:extLst>
              <a:ext uri="{FF2B5EF4-FFF2-40B4-BE49-F238E27FC236}">
                <a16:creationId xmlns:a16="http://schemas.microsoft.com/office/drawing/2014/main" id="{47893A41-7FA9-30F6-1C71-10FAD4581BB4}"/>
              </a:ext>
            </a:extLst>
          </p:cNvPr>
          <p:cNvSpPr>
            <a:spLocks/>
          </p:cNvSpPr>
          <p:nvPr/>
        </p:nvSpPr>
        <p:spPr bwMode="auto">
          <a:xfrm rot="5640670">
            <a:off x="1210065" y="509716"/>
            <a:ext cx="1485899" cy="4876802"/>
          </a:xfrm>
          <a:custGeom>
            <a:avLst/>
            <a:gdLst>
              <a:gd name="T0" fmla="*/ 0 w 5335"/>
              <a:gd name="T1" fmla="*/ 845 h 17266"/>
              <a:gd name="T2" fmla="*/ 5335 w 5335"/>
              <a:gd name="T3" fmla="*/ 0 h 17266"/>
              <a:gd name="T4" fmla="*/ 5335 w 5335"/>
              <a:gd name="T5" fmla="*/ 17266 h 17266"/>
              <a:gd name="T6" fmla="*/ 0 w 5335"/>
              <a:gd name="T7" fmla="*/ 845 h 17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35" h="17266">
                <a:moveTo>
                  <a:pt x="0" y="845"/>
                </a:moveTo>
                <a:cubicBezTo>
                  <a:pt x="1723" y="285"/>
                  <a:pt x="3523" y="0"/>
                  <a:pt x="5335" y="0"/>
                </a:cubicBezTo>
                <a:lnTo>
                  <a:pt x="5335" y="17266"/>
                </a:lnTo>
                <a:lnTo>
                  <a:pt x="0" y="845"/>
                </a:lnTo>
                <a:close/>
              </a:path>
            </a:pathLst>
          </a:custGeom>
          <a:solidFill>
            <a:srgbClr val="FF66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DF5327C-26CF-7DB2-7902-271803A25D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4276085">
            <a:off x="-4038248" y="415997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2" name="Freeform 19">
            <a:extLst>
              <a:ext uri="{FF2B5EF4-FFF2-40B4-BE49-F238E27FC236}">
                <a16:creationId xmlns:a16="http://schemas.microsoft.com/office/drawing/2014/main" id="{B5035D5F-6B26-555B-757A-9A8B008D748E}"/>
              </a:ext>
            </a:extLst>
          </p:cNvPr>
          <p:cNvSpPr>
            <a:spLocks/>
          </p:cNvSpPr>
          <p:nvPr/>
        </p:nvSpPr>
        <p:spPr bwMode="auto">
          <a:xfrm rot="14258815">
            <a:off x="-913086" y="1338471"/>
            <a:ext cx="3134063" cy="2842122"/>
          </a:xfrm>
          <a:custGeom>
            <a:avLst/>
            <a:gdLst>
              <a:gd name="T0" fmla="*/ 11170 w 11170"/>
              <a:gd name="T1" fmla="*/ 7687 h 10107"/>
              <a:gd name="T2" fmla="*/ 0 w 11170"/>
              <a:gd name="T3" fmla="*/ 7687 h 10107"/>
              <a:gd name="T4" fmla="*/ 5585 w 11170"/>
              <a:gd name="T5" fmla="*/ 0 h 10107"/>
              <a:gd name="T6" fmla="*/ 11170 w 11170"/>
              <a:gd name="T7" fmla="*/ 7687 h 10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170" h="10107">
                <a:moveTo>
                  <a:pt x="11170" y="7687"/>
                </a:moveTo>
                <a:cubicBezTo>
                  <a:pt x="7840" y="10107"/>
                  <a:pt x="3331" y="10107"/>
                  <a:pt x="0" y="7687"/>
                </a:cubicBezTo>
                <a:lnTo>
                  <a:pt x="5585" y="0"/>
                </a:lnTo>
                <a:lnTo>
                  <a:pt x="11170" y="7687"/>
                </a:lnTo>
                <a:close/>
              </a:path>
            </a:pathLst>
          </a:custGeom>
          <a:solidFill>
            <a:srgbClr val="FF66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2157600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CCB8AA-5E29-DBC7-5FAF-E0CD5AEAEE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7" y="1968693"/>
            <a:ext cx="1418948" cy="141894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5FAF660-F96E-CDC0-3584-B52EE18764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345" y="3781954"/>
            <a:ext cx="1714290" cy="141894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1398E6F-E460-21CE-5AEF-69B6727311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75720" y="4284140"/>
            <a:ext cx="1418948" cy="141894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0573480-6BFC-6750-7CAE-AC9A3DB2DB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20468" y="2678167"/>
            <a:ext cx="1418944" cy="141894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82E04D8-0B90-C5BD-F320-48732B6A5B8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39400" y="1154912"/>
            <a:ext cx="1418944" cy="141894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7B7E114-0BC9-AC8F-FEB9-99B0D253DEE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95" y="-541797"/>
            <a:ext cx="1098464" cy="10984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75FB308-0780-9703-9804-0B3132552E6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895" y="250596"/>
            <a:ext cx="1098464" cy="109846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EC10FEB-FBE3-C709-F013-7F9A24FA9EA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6146" y="1396155"/>
            <a:ext cx="1098464" cy="109846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580162-14E8-C0B8-CD4E-D11E1D61065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952" y="2644918"/>
            <a:ext cx="1098464" cy="109846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07ADC39-4C82-FED9-3991-088FA001BA0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793" y="4042749"/>
            <a:ext cx="1098464" cy="109846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6BBD956-E264-8143-4AA8-F98B9A2A250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13" y="6615121"/>
            <a:ext cx="1098464" cy="109846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0C12918-5D64-BB88-7103-F4F774F76F5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895" y="5574921"/>
            <a:ext cx="1098464" cy="109846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2F3CCF33-B83D-8F1B-0BB9-75D30121843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9100" y="7009434"/>
            <a:ext cx="1098464" cy="1098464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84F36FC6-1FE6-DEBC-173C-C94DEAD9447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81741" y="6411753"/>
            <a:ext cx="1098466" cy="1098466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4BBCE55-69A3-5E12-3EDF-9182B16902D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51123" y="5611742"/>
            <a:ext cx="1089354" cy="1089354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6D7B98AE-669A-872B-C7FB-7912ADAED0C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36611" y="2703585"/>
            <a:ext cx="1098464" cy="1098464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DD0FD84-34A2-7E6D-C865-563A7782B3E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33549" y="1073093"/>
            <a:ext cx="1078992" cy="1078992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CFE2FC6-EA0A-9F1E-D6F6-A08B001A6DD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45649" y="-515512"/>
            <a:ext cx="1088220" cy="108822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B239CDC8-7D4E-1ACA-7A6C-A982F3428F7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9767" y="-1111879"/>
            <a:ext cx="1088220" cy="108822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AB99C0D-3B8B-7A17-527C-559B169DE68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36475" y="4353549"/>
            <a:ext cx="1088220" cy="108822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21FB22DC-FA48-DD89-9403-231C7708306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3356" y="7058059"/>
            <a:ext cx="1088220" cy="1088220"/>
          </a:xfrm>
          <a:prstGeom prst="rect">
            <a:avLst/>
          </a:prstGeom>
        </p:spPr>
      </p:pic>
      <p:sp>
        <p:nvSpPr>
          <p:cNvPr id="43" name="Параллелограмм 42">
            <a:extLst>
              <a:ext uri="{FF2B5EF4-FFF2-40B4-BE49-F238E27FC236}">
                <a16:creationId xmlns:a16="http://schemas.microsoft.com/office/drawing/2014/main" id="{6CC851EA-1887-3FB4-98D7-5FAC534AF40A}"/>
              </a:ext>
            </a:extLst>
          </p:cNvPr>
          <p:cNvSpPr/>
          <p:nvPr/>
        </p:nvSpPr>
        <p:spPr>
          <a:xfrm>
            <a:off x="3875257" y="-2170039"/>
            <a:ext cx="4834248" cy="85419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: скругленные верхние углы 43">
            <a:extLst>
              <a:ext uri="{FF2B5EF4-FFF2-40B4-BE49-F238E27FC236}">
                <a16:creationId xmlns:a16="http://schemas.microsoft.com/office/drawing/2014/main" id="{69AEC40C-ECCF-910D-5735-ACB041FCF5E5}"/>
              </a:ext>
            </a:extLst>
          </p:cNvPr>
          <p:cNvSpPr/>
          <p:nvPr/>
        </p:nvSpPr>
        <p:spPr>
          <a:xfrm rot="5400000">
            <a:off x="8140454" y="-2328137"/>
            <a:ext cx="854770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араллелограмм 44">
            <a:extLst>
              <a:ext uri="{FF2B5EF4-FFF2-40B4-BE49-F238E27FC236}">
                <a16:creationId xmlns:a16="http://schemas.microsoft.com/office/drawing/2014/main" id="{4D778ABE-207C-E09F-20DE-E16F262E883A}"/>
              </a:ext>
            </a:extLst>
          </p:cNvPr>
          <p:cNvSpPr/>
          <p:nvPr/>
        </p:nvSpPr>
        <p:spPr>
          <a:xfrm>
            <a:off x="4161459" y="-2081579"/>
            <a:ext cx="3869738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D3328E-854B-59B6-8CFC-4CE7B6B4B65E}"/>
              </a:ext>
            </a:extLst>
          </p:cNvPr>
          <p:cNvSpPr txBox="1"/>
          <p:nvPr/>
        </p:nvSpPr>
        <p:spPr>
          <a:xfrm>
            <a:off x="4656295" y="-2173019"/>
            <a:ext cx="30065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PostalApp</a:t>
            </a:r>
            <a:endParaRPr lang="ru-RU" sz="4400" dirty="0">
              <a:solidFill>
                <a:schemeClr val="tx2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7" name="Параллелограмм 46">
            <a:extLst>
              <a:ext uri="{FF2B5EF4-FFF2-40B4-BE49-F238E27FC236}">
                <a16:creationId xmlns:a16="http://schemas.microsoft.com/office/drawing/2014/main" id="{5ACA0D39-0720-DD6D-48E2-D84F96E88F93}"/>
              </a:ext>
            </a:extLst>
          </p:cNvPr>
          <p:cNvSpPr/>
          <p:nvPr/>
        </p:nvSpPr>
        <p:spPr>
          <a:xfrm>
            <a:off x="4406478" y="-1245539"/>
            <a:ext cx="3001092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93CCD0-EF0F-0472-CE1E-96B8336A829B}"/>
              </a:ext>
            </a:extLst>
          </p:cNvPr>
          <p:cNvSpPr txBox="1"/>
          <p:nvPr/>
        </p:nvSpPr>
        <p:spPr>
          <a:xfrm>
            <a:off x="4641068" y="-1311760"/>
            <a:ext cx="257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Обновления</a:t>
            </a: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12B13C15-A908-C62D-63FC-C5A4739C102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068" y="-2116373"/>
            <a:ext cx="734517" cy="734517"/>
          </a:xfrm>
          <a:prstGeom prst="rect">
            <a:avLst/>
          </a:prstGeom>
        </p:spPr>
      </p:pic>
      <p:sp>
        <p:nvSpPr>
          <p:cNvPr id="58" name="Параллелограмм 57">
            <a:extLst>
              <a:ext uri="{FF2B5EF4-FFF2-40B4-BE49-F238E27FC236}">
                <a16:creationId xmlns:a16="http://schemas.microsoft.com/office/drawing/2014/main" id="{8E218BB7-2DA0-BA86-3BC9-A0034EC33ED4}"/>
              </a:ext>
            </a:extLst>
          </p:cNvPr>
          <p:cNvSpPr/>
          <p:nvPr/>
        </p:nvSpPr>
        <p:spPr>
          <a:xfrm>
            <a:off x="415947" y="7547568"/>
            <a:ext cx="5888599" cy="85419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: скругленные верхние углы 58">
            <a:extLst>
              <a:ext uri="{FF2B5EF4-FFF2-40B4-BE49-F238E27FC236}">
                <a16:creationId xmlns:a16="http://schemas.microsoft.com/office/drawing/2014/main" id="{C3E27C8C-BB34-EE09-213F-C5A71FF5D7DA}"/>
              </a:ext>
            </a:extLst>
          </p:cNvPr>
          <p:cNvSpPr/>
          <p:nvPr/>
        </p:nvSpPr>
        <p:spPr>
          <a:xfrm rot="5400000">
            <a:off x="5949030" y="7387765"/>
            <a:ext cx="854200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Параллелограмм 59">
            <a:extLst>
              <a:ext uri="{FF2B5EF4-FFF2-40B4-BE49-F238E27FC236}">
                <a16:creationId xmlns:a16="http://schemas.microsoft.com/office/drawing/2014/main" id="{F01B8421-5CB1-E90D-43C5-26B34F50B5A1}"/>
              </a:ext>
            </a:extLst>
          </p:cNvPr>
          <p:cNvSpPr/>
          <p:nvPr/>
        </p:nvSpPr>
        <p:spPr>
          <a:xfrm>
            <a:off x="702150" y="7636028"/>
            <a:ext cx="5289381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829B5A8-64E1-2FBC-F3F1-247E8C302116}"/>
              </a:ext>
            </a:extLst>
          </p:cNvPr>
          <p:cNvSpPr txBox="1"/>
          <p:nvPr/>
        </p:nvSpPr>
        <p:spPr>
          <a:xfrm>
            <a:off x="1196985" y="7544588"/>
            <a:ext cx="44691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PostalApp</a:t>
            </a:r>
            <a:r>
              <a:rPr lang="ru-RU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-</a:t>
            </a:r>
            <a:r>
              <a:rPr lang="en-US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Extra</a:t>
            </a:r>
            <a:endParaRPr lang="ru-RU" sz="4400" dirty="0">
              <a:solidFill>
                <a:schemeClr val="tx2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62" name="Параллелограмм 61">
            <a:extLst>
              <a:ext uri="{FF2B5EF4-FFF2-40B4-BE49-F238E27FC236}">
                <a16:creationId xmlns:a16="http://schemas.microsoft.com/office/drawing/2014/main" id="{0DDBF195-4316-967E-4BF6-4E0E41EAC3AE}"/>
              </a:ext>
            </a:extLst>
          </p:cNvPr>
          <p:cNvSpPr/>
          <p:nvPr/>
        </p:nvSpPr>
        <p:spPr>
          <a:xfrm>
            <a:off x="1482384" y="8470932"/>
            <a:ext cx="3001092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5D0CB34-E12E-4086-C4A1-F152C467CB6F}"/>
              </a:ext>
            </a:extLst>
          </p:cNvPr>
          <p:cNvSpPr txBox="1"/>
          <p:nvPr/>
        </p:nvSpPr>
        <p:spPr>
          <a:xfrm>
            <a:off x="1716974" y="8404711"/>
            <a:ext cx="257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Назначение</a:t>
            </a:r>
          </a:p>
        </p:txBody>
      </p:sp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DFC1FEF3-633C-A57F-378F-E6447ADA6B04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2543" y="7605546"/>
            <a:ext cx="662251" cy="662251"/>
          </a:xfrm>
          <a:prstGeom prst="rect">
            <a:avLst/>
          </a:prstGeom>
        </p:spPr>
      </p:pic>
      <p:sp>
        <p:nvSpPr>
          <p:cNvPr id="65" name="Стрелка: шеврон 64">
            <a:extLst>
              <a:ext uri="{FF2B5EF4-FFF2-40B4-BE49-F238E27FC236}">
                <a16:creationId xmlns:a16="http://schemas.microsoft.com/office/drawing/2014/main" id="{6F27732B-4890-8006-404C-02432D2F9173}"/>
              </a:ext>
            </a:extLst>
          </p:cNvPr>
          <p:cNvSpPr/>
          <p:nvPr/>
        </p:nvSpPr>
        <p:spPr>
          <a:xfrm>
            <a:off x="5788131" y="9958455"/>
            <a:ext cx="2394243" cy="854199"/>
          </a:xfrm>
          <a:prstGeom prst="chevron">
            <a:avLst>
              <a:gd name="adj" fmla="val 42382"/>
            </a:avLst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Запуск</a:t>
            </a:r>
          </a:p>
        </p:txBody>
      </p:sp>
      <p:sp>
        <p:nvSpPr>
          <p:cNvPr id="66" name="Стрелка: шеврон 65">
            <a:extLst>
              <a:ext uri="{FF2B5EF4-FFF2-40B4-BE49-F238E27FC236}">
                <a16:creationId xmlns:a16="http://schemas.microsoft.com/office/drawing/2014/main" id="{62608D74-1DF5-0D32-4449-840F8E93D30B}"/>
              </a:ext>
            </a:extLst>
          </p:cNvPr>
          <p:cNvSpPr/>
          <p:nvPr/>
        </p:nvSpPr>
        <p:spPr>
          <a:xfrm>
            <a:off x="7943245" y="9958455"/>
            <a:ext cx="4050281" cy="854199"/>
          </a:xfrm>
          <a:prstGeom prst="chevron">
            <a:avLst>
              <a:gd name="adj" fmla="val 4238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Проверка версии</a:t>
            </a:r>
          </a:p>
        </p:txBody>
      </p:sp>
      <p:sp>
        <p:nvSpPr>
          <p:cNvPr id="67" name="Стрелка: шеврон 66">
            <a:extLst>
              <a:ext uri="{FF2B5EF4-FFF2-40B4-BE49-F238E27FC236}">
                <a16:creationId xmlns:a16="http://schemas.microsoft.com/office/drawing/2014/main" id="{E3902573-C487-C0E3-F545-EB87CE0C0ECD}"/>
              </a:ext>
            </a:extLst>
          </p:cNvPr>
          <p:cNvSpPr/>
          <p:nvPr/>
        </p:nvSpPr>
        <p:spPr>
          <a:xfrm>
            <a:off x="4924256" y="10906875"/>
            <a:ext cx="2886775" cy="854199"/>
          </a:xfrm>
          <a:prstGeom prst="chevron">
            <a:avLst>
              <a:gd name="adj" fmla="val 42382"/>
            </a:avLst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Загрузка</a:t>
            </a:r>
          </a:p>
        </p:txBody>
      </p:sp>
      <p:sp>
        <p:nvSpPr>
          <p:cNvPr id="68" name="Стрелка: шеврон 67">
            <a:extLst>
              <a:ext uri="{FF2B5EF4-FFF2-40B4-BE49-F238E27FC236}">
                <a16:creationId xmlns:a16="http://schemas.microsoft.com/office/drawing/2014/main" id="{04206751-14FA-3F70-8587-6830F9303173}"/>
              </a:ext>
            </a:extLst>
          </p:cNvPr>
          <p:cNvSpPr/>
          <p:nvPr/>
        </p:nvSpPr>
        <p:spPr>
          <a:xfrm>
            <a:off x="7558747" y="10914799"/>
            <a:ext cx="4050281" cy="854199"/>
          </a:xfrm>
          <a:prstGeom prst="chevron">
            <a:avLst>
              <a:gd name="adj" fmla="val 4238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Проверка файлов</a:t>
            </a:r>
          </a:p>
        </p:txBody>
      </p:sp>
      <p:sp useBgFill="1">
        <p:nvSpPr>
          <p:cNvPr id="69" name="Прямоугольник: скругленные углы 68">
            <a:extLst>
              <a:ext uri="{FF2B5EF4-FFF2-40B4-BE49-F238E27FC236}">
                <a16:creationId xmlns:a16="http://schemas.microsoft.com/office/drawing/2014/main" id="{C0E7D37D-91AF-9486-A9AA-918689102DF3}"/>
              </a:ext>
            </a:extLst>
          </p:cNvPr>
          <p:cNvSpPr/>
          <p:nvPr/>
        </p:nvSpPr>
        <p:spPr>
          <a:xfrm>
            <a:off x="6320283" y="7444440"/>
            <a:ext cx="4237185" cy="1933377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2C912A2-E9C8-0212-78FB-EB6AE490E063}"/>
              </a:ext>
            </a:extLst>
          </p:cNvPr>
          <p:cNvSpPr txBox="1"/>
          <p:nvPr/>
        </p:nvSpPr>
        <p:spPr>
          <a:xfrm>
            <a:off x="6400524" y="8213490"/>
            <a:ext cx="40767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Автоматически, без участия пользователя</a:t>
            </a:r>
          </a:p>
        </p:txBody>
      </p:sp>
      <p:cxnSp>
        <p:nvCxnSpPr>
          <p:cNvPr id="71" name="Прямая соединительная линия 70">
            <a:extLst>
              <a:ext uri="{FF2B5EF4-FFF2-40B4-BE49-F238E27FC236}">
                <a16:creationId xmlns:a16="http://schemas.microsoft.com/office/drawing/2014/main" id="{D2DDE444-6C80-8885-D365-032366C75972}"/>
              </a:ext>
            </a:extLst>
          </p:cNvPr>
          <p:cNvCxnSpPr>
            <a:cxnSpLocks/>
          </p:cNvCxnSpPr>
          <p:nvPr/>
        </p:nvCxnSpPr>
        <p:spPr>
          <a:xfrm>
            <a:off x="6668605" y="7863426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72" name="Овал 71">
            <a:extLst>
              <a:ext uri="{FF2B5EF4-FFF2-40B4-BE49-F238E27FC236}">
                <a16:creationId xmlns:a16="http://schemas.microsoft.com/office/drawing/2014/main" id="{66EAB89A-6FC8-32FD-955E-1FF619C1A9EA}"/>
              </a:ext>
            </a:extLst>
          </p:cNvPr>
          <p:cNvSpPr/>
          <p:nvPr/>
        </p:nvSpPr>
        <p:spPr>
          <a:xfrm>
            <a:off x="8126556" y="7558140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C81D8072-8B20-4255-B4E0-A46642283626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599" y="7631468"/>
            <a:ext cx="463917" cy="463917"/>
          </a:xfrm>
          <a:prstGeom prst="rect">
            <a:avLst/>
          </a:prstGeom>
        </p:spPr>
      </p:pic>
      <p:sp useBgFill="1"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771DC7E-73D7-6FF6-74AE-D493867522FB}"/>
              </a:ext>
            </a:extLst>
          </p:cNvPr>
          <p:cNvSpPr/>
          <p:nvPr/>
        </p:nvSpPr>
        <p:spPr>
          <a:xfrm>
            <a:off x="12862143" y="4443713"/>
            <a:ext cx="5015935" cy="1996112"/>
          </a:xfrm>
          <a:prstGeom prst="roundRect">
            <a:avLst/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14EC14-CC13-BE65-18CB-39291E88FEE2}"/>
              </a:ext>
            </a:extLst>
          </p:cNvPr>
          <p:cNvSpPr txBox="1"/>
          <p:nvPr/>
        </p:nvSpPr>
        <p:spPr>
          <a:xfrm>
            <a:off x="13077058" y="4689564"/>
            <a:ext cx="4578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Инструмент формирования зон доставки</a:t>
            </a:r>
          </a:p>
        </p:txBody>
      </p:sp>
    </p:spTree>
    <p:extLst>
      <p:ext uri="{BB962C8B-B14F-4D97-AF65-F5344CB8AC3E}">
        <p14:creationId xmlns:p14="http://schemas.microsoft.com/office/powerpoint/2010/main" val="3551488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61E15BE-AD11-F2B6-200C-C0AA5B8CF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1079" y="-13288"/>
            <a:ext cx="12185522" cy="68580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3180FA-1816-2E8F-9FB2-001DF59643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-7324"/>
            <a:ext cx="12185522" cy="6862533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8E4367-2AE1-6A13-6C72-781E773D7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175995">
            <a:off x="-658275" y="-5944062"/>
            <a:ext cx="13474494" cy="10293396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33" name="Freeform 41">
            <a:extLst>
              <a:ext uri="{FF2B5EF4-FFF2-40B4-BE49-F238E27FC236}">
                <a16:creationId xmlns:a16="http://schemas.microsoft.com/office/drawing/2014/main" id="{B55F7516-589B-88AD-9B2D-ED748D77535B}"/>
              </a:ext>
            </a:extLst>
          </p:cNvPr>
          <p:cNvSpPr>
            <a:spLocks/>
          </p:cNvSpPr>
          <p:nvPr/>
        </p:nvSpPr>
        <p:spPr bwMode="auto">
          <a:xfrm rot="7297052">
            <a:off x="3936651" y="446541"/>
            <a:ext cx="4638917" cy="3264815"/>
          </a:xfrm>
          <a:custGeom>
            <a:avLst/>
            <a:gdLst>
              <a:gd name="T0" fmla="*/ 6416 w 8211"/>
              <a:gd name="T1" fmla="*/ 0 h 5776"/>
              <a:gd name="T2" fmla="*/ 8211 w 8211"/>
              <a:gd name="T3" fmla="*/ 3109 h 5776"/>
              <a:gd name="T4" fmla="*/ 0 w 8211"/>
              <a:gd name="T5" fmla="*/ 5776 h 5776"/>
              <a:gd name="T6" fmla="*/ 6416 w 8211"/>
              <a:gd name="T7" fmla="*/ 0 h 5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11" h="5776">
                <a:moveTo>
                  <a:pt x="6416" y="0"/>
                </a:moveTo>
                <a:cubicBezTo>
                  <a:pt x="7226" y="899"/>
                  <a:pt x="7837" y="1958"/>
                  <a:pt x="8211" y="3109"/>
                </a:cubicBezTo>
                <a:lnTo>
                  <a:pt x="0" y="5776"/>
                </a:lnTo>
                <a:lnTo>
                  <a:pt x="6416" y="0"/>
                </a:lnTo>
                <a:close/>
              </a:path>
            </a:pathLst>
          </a:custGeom>
          <a:solidFill>
            <a:schemeClr val="accent6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76D40D1-5B5B-C56D-D376-21AACE2894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808729">
            <a:off x="2621651" y="-3914231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5" name="Freeform 19">
            <a:extLst>
              <a:ext uri="{FF2B5EF4-FFF2-40B4-BE49-F238E27FC236}">
                <a16:creationId xmlns:a16="http://schemas.microsoft.com/office/drawing/2014/main" id="{E38BE865-60BA-ED95-4E57-EEB8D22BB29A}"/>
              </a:ext>
            </a:extLst>
          </p:cNvPr>
          <p:cNvSpPr>
            <a:spLocks/>
          </p:cNvSpPr>
          <p:nvPr/>
        </p:nvSpPr>
        <p:spPr bwMode="auto">
          <a:xfrm rot="1535893">
            <a:off x="3906398" y="-926868"/>
            <a:ext cx="3139710" cy="2832354"/>
          </a:xfrm>
          <a:custGeom>
            <a:avLst/>
            <a:gdLst>
              <a:gd name="T0" fmla="*/ 11170 w 11170"/>
              <a:gd name="T1" fmla="*/ 7687 h 10107"/>
              <a:gd name="T2" fmla="*/ 0 w 11170"/>
              <a:gd name="T3" fmla="*/ 7687 h 10107"/>
              <a:gd name="T4" fmla="*/ 5585 w 11170"/>
              <a:gd name="T5" fmla="*/ 0 h 10107"/>
              <a:gd name="T6" fmla="*/ 11170 w 11170"/>
              <a:gd name="T7" fmla="*/ 7687 h 10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170" h="10107">
                <a:moveTo>
                  <a:pt x="11170" y="7687"/>
                </a:moveTo>
                <a:cubicBezTo>
                  <a:pt x="7840" y="10107"/>
                  <a:pt x="3331" y="10107"/>
                  <a:pt x="0" y="7687"/>
                </a:cubicBezTo>
                <a:lnTo>
                  <a:pt x="5585" y="0"/>
                </a:lnTo>
                <a:lnTo>
                  <a:pt x="11170" y="7687"/>
                </a:lnTo>
                <a:close/>
              </a:path>
            </a:pathLst>
          </a:custGeom>
          <a:solidFill>
            <a:schemeClr val="accent6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0B28664-AC99-CF8C-74A7-DA6A78EB48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762" y="-384243"/>
            <a:ext cx="1418948" cy="141894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A5E0D82-FFA8-5298-5C81-54F7200F55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349" y="-42144"/>
            <a:ext cx="1714290" cy="141894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01D824C-51AA-612C-DD39-567983F9F1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062" y="-1763142"/>
            <a:ext cx="1418948" cy="141894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2477435-8018-306D-23CF-FC8A67ECAB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2971" y="-3200052"/>
            <a:ext cx="1418944" cy="141894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BBE068E-F058-4D7A-930A-33F68622390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5608" y="-2378116"/>
            <a:ext cx="1418944" cy="141894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945284A-EACA-4CAC-CFAD-60673FBE2CD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6719" y="-156378"/>
            <a:ext cx="1098464" cy="109846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E5D6D1D-B16E-69A3-C1B4-FA6630B5E3D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629" y="942086"/>
            <a:ext cx="1098464" cy="10984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C6B6EE5-F820-872C-3220-E4A24A8894F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164" y="1896027"/>
            <a:ext cx="1098464" cy="109846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A1D6C0E-6554-8247-A763-851E8D85CFA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3726" y="2445259"/>
            <a:ext cx="1098464" cy="109846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E6B7040-C177-996F-6BCB-065D1BCD416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3451" y="2687522"/>
            <a:ext cx="1098464" cy="109846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C811BFF-94F4-6A43-83E2-4AF2D8C40BE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958" y="1276715"/>
            <a:ext cx="1098464" cy="109846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9E694EC-1221-F15C-8885-7E43CEE54FB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7249" y="2330536"/>
            <a:ext cx="1098464" cy="109846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9784DA8-D633-0152-9338-1EEF983292D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181" y="-1254842"/>
            <a:ext cx="1098464" cy="109846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5A4382C-068A-84FF-487C-E8C1BA05834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347" y="-2561060"/>
            <a:ext cx="1098466" cy="1098466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36211C9-4A88-B896-434C-C46DDB3A6FA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511" y="-3692727"/>
            <a:ext cx="1089354" cy="1089354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1BC7538-90A9-1486-8FFE-6721DDB2D46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674" y="-5366467"/>
            <a:ext cx="1098464" cy="1098464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E9739475-3827-93AA-A345-B3C447B8867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9783" y="-5284495"/>
            <a:ext cx="1078992" cy="1078992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692006A8-90D3-7D24-9247-526C275A888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072" y="-4268003"/>
            <a:ext cx="1088220" cy="108822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E6C9CCA8-FD6C-6D70-CAEE-BBF2642421A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7481" y="-2048452"/>
            <a:ext cx="1088220" cy="108822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2372B38E-4922-A0F9-3610-7B0F36A0684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865" y="-4714040"/>
            <a:ext cx="1098464" cy="1098464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C2F692AD-E372-9BF5-6CF6-C121E30FBB5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372" y="2790"/>
            <a:ext cx="1098464" cy="1098464"/>
          </a:xfrm>
          <a:prstGeom prst="rect">
            <a:avLst/>
          </a:prstGeom>
        </p:spPr>
      </p:pic>
      <p:sp>
        <p:nvSpPr>
          <p:cNvPr id="47" name="Параллелограмм 46">
            <a:extLst>
              <a:ext uri="{FF2B5EF4-FFF2-40B4-BE49-F238E27FC236}">
                <a16:creationId xmlns:a16="http://schemas.microsoft.com/office/drawing/2014/main" id="{D09EF067-D348-F5A1-7977-07C5BEE9246E}"/>
              </a:ext>
            </a:extLst>
          </p:cNvPr>
          <p:cNvSpPr/>
          <p:nvPr/>
        </p:nvSpPr>
        <p:spPr>
          <a:xfrm>
            <a:off x="231829" y="4333103"/>
            <a:ext cx="5888599" cy="85717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: скругленные верхние углы 47">
            <a:extLst>
              <a:ext uri="{FF2B5EF4-FFF2-40B4-BE49-F238E27FC236}">
                <a16:creationId xmlns:a16="http://schemas.microsoft.com/office/drawing/2014/main" id="{EBE322E1-A8D0-5791-51E7-3D926CF07CE0}"/>
              </a:ext>
            </a:extLst>
          </p:cNvPr>
          <p:cNvSpPr/>
          <p:nvPr/>
        </p:nvSpPr>
        <p:spPr>
          <a:xfrm rot="5400000">
            <a:off x="5763423" y="4177770"/>
            <a:ext cx="857177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араллелограмм 48">
            <a:extLst>
              <a:ext uri="{FF2B5EF4-FFF2-40B4-BE49-F238E27FC236}">
                <a16:creationId xmlns:a16="http://schemas.microsoft.com/office/drawing/2014/main" id="{703255BA-CBF1-EEDE-4B39-654B255D0C29}"/>
              </a:ext>
            </a:extLst>
          </p:cNvPr>
          <p:cNvSpPr/>
          <p:nvPr/>
        </p:nvSpPr>
        <p:spPr>
          <a:xfrm>
            <a:off x="518032" y="4424543"/>
            <a:ext cx="5289381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2F7F6B-1CC0-C134-C4BA-92622720C015}"/>
              </a:ext>
            </a:extLst>
          </p:cNvPr>
          <p:cNvSpPr txBox="1"/>
          <p:nvPr/>
        </p:nvSpPr>
        <p:spPr>
          <a:xfrm>
            <a:off x="1012867" y="4333103"/>
            <a:ext cx="44691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PostalApp</a:t>
            </a:r>
            <a:r>
              <a:rPr lang="ru-RU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-</a:t>
            </a:r>
            <a:r>
              <a:rPr lang="en-US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Extra</a:t>
            </a:r>
            <a:endParaRPr lang="ru-RU" sz="4400" dirty="0">
              <a:solidFill>
                <a:schemeClr val="tx2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51" name="Параллелограмм 50">
            <a:extLst>
              <a:ext uri="{FF2B5EF4-FFF2-40B4-BE49-F238E27FC236}">
                <a16:creationId xmlns:a16="http://schemas.microsoft.com/office/drawing/2014/main" id="{5AB4AF63-2BE9-DE30-935D-59883C64BC34}"/>
              </a:ext>
            </a:extLst>
          </p:cNvPr>
          <p:cNvSpPr/>
          <p:nvPr/>
        </p:nvSpPr>
        <p:spPr>
          <a:xfrm>
            <a:off x="1298266" y="5259447"/>
            <a:ext cx="3001092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DB8ED5-C243-F718-F25B-E1362FD67399}"/>
              </a:ext>
            </a:extLst>
          </p:cNvPr>
          <p:cNvSpPr txBox="1"/>
          <p:nvPr/>
        </p:nvSpPr>
        <p:spPr>
          <a:xfrm>
            <a:off x="1532856" y="5193226"/>
            <a:ext cx="2573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Назначение</a:t>
            </a:r>
          </a:p>
        </p:txBody>
      </p:sp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D6D653B5-8A3F-4CAA-7744-36788A765FF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425" y="4394061"/>
            <a:ext cx="662251" cy="662251"/>
          </a:xfrm>
          <a:prstGeom prst="rect">
            <a:avLst/>
          </a:prstGeom>
        </p:spPr>
      </p:pic>
      <p:sp useBgFill="1"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CDACDDFC-AD89-1BF5-CE93-DA386F2AB6E8}"/>
              </a:ext>
            </a:extLst>
          </p:cNvPr>
          <p:cNvSpPr/>
          <p:nvPr/>
        </p:nvSpPr>
        <p:spPr>
          <a:xfrm>
            <a:off x="6974265" y="4253839"/>
            <a:ext cx="5015935" cy="1996112"/>
          </a:xfrm>
          <a:prstGeom prst="roundRect">
            <a:avLst/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B3CFF5-9061-7D01-6274-23340765C927}"/>
              </a:ext>
            </a:extLst>
          </p:cNvPr>
          <p:cNvSpPr txBox="1"/>
          <p:nvPr/>
        </p:nvSpPr>
        <p:spPr>
          <a:xfrm>
            <a:off x="7189180" y="4499690"/>
            <a:ext cx="4578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Инструмент формирования зон доставки</a:t>
            </a:r>
          </a:p>
        </p:txBody>
      </p:sp>
      <p:sp useBgFill="1"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F04A98A7-C2C8-44CD-0CD6-20742EB96EC6}"/>
              </a:ext>
            </a:extLst>
          </p:cNvPr>
          <p:cNvSpPr/>
          <p:nvPr/>
        </p:nvSpPr>
        <p:spPr>
          <a:xfrm>
            <a:off x="13724402" y="3742369"/>
            <a:ext cx="3055319" cy="783121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B72F9AF-A94C-A71E-01B1-FB3640032539}"/>
              </a:ext>
            </a:extLst>
          </p:cNvPr>
          <p:cNvSpPr txBox="1"/>
          <p:nvPr/>
        </p:nvSpPr>
        <p:spPr>
          <a:xfrm>
            <a:off x="14574475" y="3870841"/>
            <a:ext cx="20714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K-means++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5C2C6185-945C-4D18-55DF-06A086EA366B}"/>
              </a:ext>
            </a:extLst>
          </p:cNvPr>
          <p:cNvSpPr/>
          <p:nvPr/>
        </p:nvSpPr>
        <p:spPr>
          <a:xfrm>
            <a:off x="13928833" y="3804255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C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1005E5CF-FF69-CD90-FF22-C6113623CEE2}"/>
              </a:ext>
            </a:extLst>
          </p:cNvPr>
          <p:cNvSpPr/>
          <p:nvPr/>
        </p:nvSpPr>
        <p:spPr>
          <a:xfrm>
            <a:off x="13646000" y="5710019"/>
            <a:ext cx="3133721" cy="78312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F8DD339-8871-F852-3549-61A0DA0A8BBB}"/>
              </a:ext>
            </a:extLst>
          </p:cNvPr>
          <p:cNvSpPr txBox="1"/>
          <p:nvPr/>
        </p:nvSpPr>
        <p:spPr>
          <a:xfrm>
            <a:off x="14496672" y="5838490"/>
            <a:ext cx="2221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Convex Hull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55" name="Овал 54">
            <a:extLst>
              <a:ext uri="{FF2B5EF4-FFF2-40B4-BE49-F238E27FC236}">
                <a16:creationId xmlns:a16="http://schemas.microsoft.com/office/drawing/2014/main" id="{EED07689-05F8-B1A7-2FD9-BE095D2C7924}"/>
              </a:ext>
            </a:extLst>
          </p:cNvPr>
          <p:cNvSpPr/>
          <p:nvPr/>
        </p:nvSpPr>
        <p:spPr>
          <a:xfrm>
            <a:off x="13851031" y="5771904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56" name="Прямоугольник: скругленные углы 55">
            <a:extLst>
              <a:ext uri="{FF2B5EF4-FFF2-40B4-BE49-F238E27FC236}">
                <a16:creationId xmlns:a16="http://schemas.microsoft.com/office/drawing/2014/main" id="{44DED0E9-1025-9036-469F-EC4F95136B4F}"/>
              </a:ext>
            </a:extLst>
          </p:cNvPr>
          <p:cNvSpPr/>
          <p:nvPr/>
        </p:nvSpPr>
        <p:spPr>
          <a:xfrm>
            <a:off x="13148681" y="4738277"/>
            <a:ext cx="3631040" cy="783121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EE0AEFA-B314-4132-F4B7-FC0E7789B4B0}"/>
              </a:ext>
            </a:extLst>
          </p:cNvPr>
          <p:cNvSpPr txBox="1"/>
          <p:nvPr/>
        </p:nvSpPr>
        <p:spPr>
          <a:xfrm>
            <a:off x="13998754" y="4866749"/>
            <a:ext cx="2739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Балансировка</a:t>
            </a:r>
          </a:p>
        </p:txBody>
      </p:sp>
      <p:sp>
        <p:nvSpPr>
          <p:cNvPr id="58" name="Овал 57">
            <a:extLst>
              <a:ext uri="{FF2B5EF4-FFF2-40B4-BE49-F238E27FC236}">
                <a16:creationId xmlns:a16="http://schemas.microsoft.com/office/drawing/2014/main" id="{D3CA28E9-3C1A-DB57-B506-8CD7C4017526}"/>
              </a:ext>
            </a:extLst>
          </p:cNvPr>
          <p:cNvSpPr/>
          <p:nvPr/>
        </p:nvSpPr>
        <p:spPr>
          <a:xfrm>
            <a:off x="13357838" y="4800163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</p:spTree>
    <p:extLst>
      <p:ext uri="{BB962C8B-B14F-4D97-AF65-F5344CB8AC3E}">
        <p14:creationId xmlns:p14="http://schemas.microsoft.com/office/powerpoint/2010/main" val="1404042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3D72E54-B867-3C3C-AE1B-F68539D3B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-7324"/>
            <a:ext cx="12185522" cy="6862533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1AC12856-1A76-96C5-DC29-F08C84BAB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730524">
            <a:off x="-658275" y="-5944062"/>
            <a:ext cx="13474494" cy="10293396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58" name="Freeform 41">
            <a:extLst>
              <a:ext uri="{FF2B5EF4-FFF2-40B4-BE49-F238E27FC236}">
                <a16:creationId xmlns:a16="http://schemas.microsoft.com/office/drawing/2014/main" id="{88B2A77D-8C96-5B93-33AB-A4D99F81D01B}"/>
              </a:ext>
            </a:extLst>
          </p:cNvPr>
          <p:cNvSpPr>
            <a:spLocks/>
          </p:cNvSpPr>
          <p:nvPr/>
        </p:nvSpPr>
        <p:spPr bwMode="auto">
          <a:xfrm rot="5848878">
            <a:off x="5101759" y="125187"/>
            <a:ext cx="4622408" cy="3264815"/>
          </a:xfrm>
          <a:custGeom>
            <a:avLst/>
            <a:gdLst>
              <a:gd name="T0" fmla="*/ 6416 w 8211"/>
              <a:gd name="T1" fmla="*/ 0 h 5776"/>
              <a:gd name="T2" fmla="*/ 8211 w 8211"/>
              <a:gd name="T3" fmla="*/ 3109 h 5776"/>
              <a:gd name="T4" fmla="*/ 0 w 8211"/>
              <a:gd name="T5" fmla="*/ 5776 h 5776"/>
              <a:gd name="T6" fmla="*/ 6416 w 8211"/>
              <a:gd name="T7" fmla="*/ 0 h 5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11" h="5776">
                <a:moveTo>
                  <a:pt x="6416" y="0"/>
                </a:moveTo>
                <a:cubicBezTo>
                  <a:pt x="7226" y="899"/>
                  <a:pt x="7837" y="1958"/>
                  <a:pt x="8211" y="3109"/>
                </a:cubicBezTo>
                <a:lnTo>
                  <a:pt x="0" y="5776"/>
                </a:lnTo>
                <a:lnTo>
                  <a:pt x="6416" y="0"/>
                </a:lnTo>
                <a:close/>
              </a:path>
            </a:pathLst>
          </a:custGeom>
          <a:solidFill>
            <a:schemeClr val="accent6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7" name="Freeform 41">
            <a:extLst>
              <a:ext uri="{FF2B5EF4-FFF2-40B4-BE49-F238E27FC236}">
                <a16:creationId xmlns:a16="http://schemas.microsoft.com/office/drawing/2014/main" id="{9C25C812-2519-2F68-0948-55436A953372}"/>
              </a:ext>
            </a:extLst>
          </p:cNvPr>
          <p:cNvSpPr>
            <a:spLocks/>
          </p:cNvSpPr>
          <p:nvPr/>
        </p:nvSpPr>
        <p:spPr bwMode="auto">
          <a:xfrm rot="7297052">
            <a:off x="3939696" y="444840"/>
            <a:ext cx="4634922" cy="3264815"/>
          </a:xfrm>
          <a:custGeom>
            <a:avLst/>
            <a:gdLst>
              <a:gd name="T0" fmla="*/ 6416 w 8211"/>
              <a:gd name="T1" fmla="*/ 0 h 5776"/>
              <a:gd name="T2" fmla="*/ 8211 w 8211"/>
              <a:gd name="T3" fmla="*/ 3109 h 5776"/>
              <a:gd name="T4" fmla="*/ 0 w 8211"/>
              <a:gd name="T5" fmla="*/ 5776 h 5776"/>
              <a:gd name="T6" fmla="*/ 6416 w 8211"/>
              <a:gd name="T7" fmla="*/ 0 h 5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11" h="5776">
                <a:moveTo>
                  <a:pt x="6416" y="0"/>
                </a:moveTo>
                <a:cubicBezTo>
                  <a:pt x="7226" y="899"/>
                  <a:pt x="7837" y="1958"/>
                  <a:pt x="8211" y="3109"/>
                </a:cubicBezTo>
                <a:lnTo>
                  <a:pt x="0" y="5776"/>
                </a:lnTo>
                <a:lnTo>
                  <a:pt x="6416" y="0"/>
                </a:lnTo>
                <a:close/>
              </a:path>
            </a:pathLst>
          </a:custGeom>
          <a:solidFill>
            <a:schemeClr val="accent6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61155E14-AFAA-726A-1F13-BDB7359262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363258">
            <a:off x="2621651" y="-3914231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56" name="Freeform 19">
            <a:extLst>
              <a:ext uri="{FF2B5EF4-FFF2-40B4-BE49-F238E27FC236}">
                <a16:creationId xmlns:a16="http://schemas.microsoft.com/office/drawing/2014/main" id="{3DBC5A46-4988-C7B4-2661-1338ADDFD02C}"/>
              </a:ext>
            </a:extLst>
          </p:cNvPr>
          <p:cNvSpPr>
            <a:spLocks/>
          </p:cNvSpPr>
          <p:nvPr/>
        </p:nvSpPr>
        <p:spPr bwMode="auto">
          <a:xfrm rot="183415">
            <a:off x="4493773" y="-790343"/>
            <a:ext cx="3139710" cy="2832354"/>
          </a:xfrm>
          <a:custGeom>
            <a:avLst/>
            <a:gdLst>
              <a:gd name="T0" fmla="*/ 11170 w 11170"/>
              <a:gd name="T1" fmla="*/ 7687 h 10107"/>
              <a:gd name="T2" fmla="*/ 0 w 11170"/>
              <a:gd name="T3" fmla="*/ 7687 h 10107"/>
              <a:gd name="T4" fmla="*/ 5585 w 11170"/>
              <a:gd name="T5" fmla="*/ 0 h 10107"/>
              <a:gd name="T6" fmla="*/ 11170 w 11170"/>
              <a:gd name="T7" fmla="*/ 7687 h 10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170" h="10107">
                <a:moveTo>
                  <a:pt x="11170" y="7687"/>
                </a:moveTo>
                <a:cubicBezTo>
                  <a:pt x="7840" y="10107"/>
                  <a:pt x="3331" y="10107"/>
                  <a:pt x="0" y="7687"/>
                </a:cubicBezTo>
                <a:lnTo>
                  <a:pt x="5585" y="0"/>
                </a:lnTo>
                <a:lnTo>
                  <a:pt x="11170" y="7687"/>
                </a:lnTo>
                <a:close/>
              </a:path>
            </a:pathLst>
          </a:custGeom>
          <a:solidFill>
            <a:schemeClr val="accent6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10200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3D02405-8984-C3F1-65DE-8D4AAD1C33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382" y="-1030270"/>
            <a:ext cx="1418948" cy="1418948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5DECB8E0-4339-4717-BC3D-881C88C708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4071" y="0"/>
            <a:ext cx="1714290" cy="1418944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FA0EDFF3-E2EF-75FA-5C9B-6BCE4D5F83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7411" y="-1050474"/>
            <a:ext cx="1418948" cy="1418948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6DA06B84-36D1-439C-2E2E-39AE226F5E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057" y="-2855479"/>
            <a:ext cx="1418944" cy="1418944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11527BD3-3804-4A0A-8990-EB21F83920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856" y="-2859452"/>
            <a:ext cx="1418944" cy="141894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8BFA48-1A7B-674F-CC19-A516D8172D8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3370" y="-1904262"/>
            <a:ext cx="1098464" cy="1098464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734F9544-D591-E0FC-B4A6-C78169C8A4F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083" y="-665347"/>
            <a:ext cx="1098464" cy="1098464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DA0FF085-3E83-0F9D-0C82-ADA435A77BB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214" y="666444"/>
            <a:ext cx="1098464" cy="1098464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8264A169-B4B0-6300-102F-EBDA329B733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461" y="1598197"/>
            <a:ext cx="1098464" cy="1098464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A7DA945B-5E2A-1493-4406-070685AA35F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040" y="2267895"/>
            <a:ext cx="1098464" cy="1098464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BAFB61F8-9A47-9003-B53C-D16C322A434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848" y="2271868"/>
            <a:ext cx="1098464" cy="1098464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6F482E7B-4546-6CA1-AFE4-A9C819740EB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687" y="2634785"/>
            <a:ext cx="1098464" cy="1098464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B13FB297-FC96-7C73-80B1-10D32974A00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239" y="420773"/>
            <a:ext cx="1098464" cy="1098464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E510EF8C-9399-0C47-BE0A-582642DE88E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898" y="-872582"/>
            <a:ext cx="1098466" cy="1098466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FC281ADA-F2CE-0B44-5352-CBEEE9A2B16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113" y="-2092586"/>
            <a:ext cx="1089354" cy="1089354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5D69BFCC-08C6-DF5B-E306-EA04D8562AC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6932" y="-4665935"/>
            <a:ext cx="1098464" cy="1098464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3BEEC145-8882-DDA7-BE4B-56D932BB93E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663" y="-5300299"/>
            <a:ext cx="1078992" cy="1078992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4BD18297-CA20-D255-C531-E9DB26F9C31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672" y="-5000959"/>
            <a:ext cx="1088220" cy="1088220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1FF01CAA-1EE9-268D-B02F-AEBB5A34603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222" y="-3573939"/>
            <a:ext cx="1088220" cy="1088220"/>
          </a:xfrm>
          <a:prstGeom prst="rect">
            <a:avLst/>
          </a:prstGeom>
        </p:spPr>
      </p:pic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17A538C5-BD28-D596-20F5-931BF717CA7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316" y="-3505317"/>
            <a:ext cx="1088220" cy="1088220"/>
          </a:xfrm>
          <a:prstGeom prst="rect">
            <a:avLst/>
          </a:prstGeom>
        </p:spPr>
      </p:pic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EE4FF186-7F1B-466A-F2E1-428ADA4DFFA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329" y="1463826"/>
            <a:ext cx="1088220" cy="1088220"/>
          </a:xfrm>
          <a:prstGeom prst="rect">
            <a:avLst/>
          </a:prstGeom>
        </p:spPr>
      </p:pic>
      <p:sp>
        <p:nvSpPr>
          <p:cNvPr id="17" name="Параллелограмм 16">
            <a:extLst>
              <a:ext uri="{FF2B5EF4-FFF2-40B4-BE49-F238E27FC236}">
                <a16:creationId xmlns:a16="http://schemas.microsoft.com/office/drawing/2014/main" id="{DBBC3504-8FA2-1820-0643-7B9A9CBA0AE1}"/>
              </a:ext>
            </a:extLst>
          </p:cNvPr>
          <p:cNvSpPr/>
          <p:nvPr/>
        </p:nvSpPr>
        <p:spPr>
          <a:xfrm>
            <a:off x="231829" y="4333103"/>
            <a:ext cx="5888599" cy="85717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: скругленные верхние углы 17">
            <a:extLst>
              <a:ext uri="{FF2B5EF4-FFF2-40B4-BE49-F238E27FC236}">
                <a16:creationId xmlns:a16="http://schemas.microsoft.com/office/drawing/2014/main" id="{8867DDFA-94F5-F601-89B5-D6705F1F6AB5}"/>
              </a:ext>
            </a:extLst>
          </p:cNvPr>
          <p:cNvSpPr/>
          <p:nvPr/>
        </p:nvSpPr>
        <p:spPr>
          <a:xfrm rot="5400000">
            <a:off x="5763423" y="4177770"/>
            <a:ext cx="857177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араллелограмм 18">
            <a:extLst>
              <a:ext uri="{FF2B5EF4-FFF2-40B4-BE49-F238E27FC236}">
                <a16:creationId xmlns:a16="http://schemas.microsoft.com/office/drawing/2014/main" id="{155B0634-EAB9-94EE-578F-A0E2FC6180BF}"/>
              </a:ext>
            </a:extLst>
          </p:cNvPr>
          <p:cNvSpPr/>
          <p:nvPr/>
        </p:nvSpPr>
        <p:spPr>
          <a:xfrm>
            <a:off x="518032" y="4424543"/>
            <a:ext cx="5289381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3D7D58-0528-9295-0680-2FD0781F4871}"/>
              </a:ext>
            </a:extLst>
          </p:cNvPr>
          <p:cNvSpPr txBox="1"/>
          <p:nvPr/>
        </p:nvSpPr>
        <p:spPr>
          <a:xfrm>
            <a:off x="1012867" y="4333103"/>
            <a:ext cx="44691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PostalApp</a:t>
            </a:r>
            <a:r>
              <a:rPr lang="ru-RU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-</a:t>
            </a:r>
            <a:r>
              <a:rPr lang="en-US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Extra</a:t>
            </a:r>
            <a:endParaRPr lang="ru-RU" sz="4400" dirty="0">
              <a:solidFill>
                <a:schemeClr val="tx2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21" name="Параллелограмм 20">
            <a:extLst>
              <a:ext uri="{FF2B5EF4-FFF2-40B4-BE49-F238E27FC236}">
                <a16:creationId xmlns:a16="http://schemas.microsoft.com/office/drawing/2014/main" id="{F52B84E7-955A-990A-1ED6-EE54DE0876BC}"/>
              </a:ext>
            </a:extLst>
          </p:cNvPr>
          <p:cNvSpPr/>
          <p:nvPr/>
        </p:nvSpPr>
        <p:spPr>
          <a:xfrm>
            <a:off x="1298265" y="5259447"/>
            <a:ext cx="3489635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2AFB48-66DF-9659-E048-4DF495E60682}"/>
              </a:ext>
            </a:extLst>
          </p:cNvPr>
          <p:cNvSpPr txBox="1"/>
          <p:nvPr/>
        </p:nvSpPr>
        <p:spPr>
          <a:xfrm>
            <a:off x="1532855" y="5193226"/>
            <a:ext cx="30010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Балансировка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03B1971-1B87-09EE-4B76-46292811574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425" y="4394061"/>
            <a:ext cx="662251" cy="662251"/>
          </a:xfrm>
          <a:prstGeom prst="rect">
            <a:avLst/>
          </a:prstGeom>
        </p:spPr>
      </p:pic>
      <p:sp useBgFill="1"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8B2BCB0D-DA40-AA9B-79AD-2E311BC34ED7}"/>
              </a:ext>
            </a:extLst>
          </p:cNvPr>
          <p:cNvSpPr/>
          <p:nvPr/>
        </p:nvSpPr>
        <p:spPr>
          <a:xfrm>
            <a:off x="8647023" y="3670728"/>
            <a:ext cx="3055319" cy="783121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3B8313-2F49-46F9-B2F2-9243D4A05D33}"/>
              </a:ext>
            </a:extLst>
          </p:cNvPr>
          <p:cNvSpPr txBox="1"/>
          <p:nvPr/>
        </p:nvSpPr>
        <p:spPr>
          <a:xfrm>
            <a:off x="9497096" y="3799200"/>
            <a:ext cx="20714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K-means++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7D67BC3-F634-43FD-B5BE-C67C0D7FC91C}"/>
              </a:ext>
            </a:extLst>
          </p:cNvPr>
          <p:cNvSpPr/>
          <p:nvPr/>
        </p:nvSpPr>
        <p:spPr>
          <a:xfrm>
            <a:off x="8851454" y="3732614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C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E12721F0-14D5-39D5-A70F-D0BA2D4CD75F}"/>
              </a:ext>
            </a:extLst>
          </p:cNvPr>
          <p:cNvSpPr/>
          <p:nvPr/>
        </p:nvSpPr>
        <p:spPr>
          <a:xfrm>
            <a:off x="8568621" y="5638378"/>
            <a:ext cx="3133721" cy="78312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769BEC-3FD3-952A-2D57-32B83F6301BD}"/>
              </a:ext>
            </a:extLst>
          </p:cNvPr>
          <p:cNvSpPr txBox="1"/>
          <p:nvPr/>
        </p:nvSpPr>
        <p:spPr>
          <a:xfrm>
            <a:off x="9419293" y="5766849"/>
            <a:ext cx="2221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Convex Hull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4FFEE3FB-4835-4523-B18F-0C4CD4B11E7D}"/>
              </a:ext>
            </a:extLst>
          </p:cNvPr>
          <p:cNvSpPr/>
          <p:nvPr/>
        </p:nvSpPr>
        <p:spPr>
          <a:xfrm>
            <a:off x="8773652" y="5700263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47" name="Прямоугольник: скругленные углы 46">
            <a:extLst>
              <a:ext uri="{FF2B5EF4-FFF2-40B4-BE49-F238E27FC236}">
                <a16:creationId xmlns:a16="http://schemas.microsoft.com/office/drawing/2014/main" id="{4687B950-4B5E-6672-F0FA-D831E213E76C}"/>
              </a:ext>
            </a:extLst>
          </p:cNvPr>
          <p:cNvSpPr/>
          <p:nvPr/>
        </p:nvSpPr>
        <p:spPr>
          <a:xfrm>
            <a:off x="8071302" y="4666636"/>
            <a:ext cx="3631040" cy="783121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899EE9-3DD2-F909-6E96-7175C5D4E367}"/>
              </a:ext>
            </a:extLst>
          </p:cNvPr>
          <p:cNvSpPr txBox="1"/>
          <p:nvPr/>
        </p:nvSpPr>
        <p:spPr>
          <a:xfrm>
            <a:off x="8921375" y="4795108"/>
            <a:ext cx="2739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Балансировка</a:t>
            </a:r>
          </a:p>
        </p:txBody>
      </p:sp>
      <p:sp>
        <p:nvSpPr>
          <p:cNvPr id="61" name="Овал 60">
            <a:extLst>
              <a:ext uri="{FF2B5EF4-FFF2-40B4-BE49-F238E27FC236}">
                <a16:creationId xmlns:a16="http://schemas.microsoft.com/office/drawing/2014/main" id="{493A7F67-7AD0-9DE7-129D-A04AFF060FBE}"/>
              </a:ext>
            </a:extLst>
          </p:cNvPr>
          <p:cNvSpPr/>
          <p:nvPr/>
        </p:nvSpPr>
        <p:spPr>
          <a:xfrm>
            <a:off x="8280459" y="4728522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62" name="Прямоугольник: скругленные углы 61">
            <a:extLst>
              <a:ext uri="{FF2B5EF4-FFF2-40B4-BE49-F238E27FC236}">
                <a16:creationId xmlns:a16="http://schemas.microsoft.com/office/drawing/2014/main" id="{6CAF64A9-F441-D838-74D6-95F3BA79840F}"/>
              </a:ext>
            </a:extLst>
          </p:cNvPr>
          <p:cNvSpPr/>
          <p:nvPr/>
        </p:nvSpPr>
        <p:spPr>
          <a:xfrm>
            <a:off x="6838382" y="7211392"/>
            <a:ext cx="5015935" cy="1996112"/>
          </a:xfrm>
          <a:prstGeom prst="roundRect">
            <a:avLst/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993784B-FD01-DEFE-1628-6DC6AB7165E0}"/>
              </a:ext>
            </a:extLst>
          </p:cNvPr>
          <p:cNvSpPr txBox="1"/>
          <p:nvPr/>
        </p:nvSpPr>
        <p:spPr>
          <a:xfrm>
            <a:off x="7053297" y="7457243"/>
            <a:ext cx="45788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Инструмент формирования зон доставки</a:t>
            </a:r>
          </a:p>
        </p:txBody>
      </p:sp>
      <p:sp useBgFill="1">
        <p:nvSpPr>
          <p:cNvPr id="64" name="Прямоугольник: усеченные противолежащие углы 63">
            <a:extLst>
              <a:ext uri="{FF2B5EF4-FFF2-40B4-BE49-F238E27FC236}">
                <a16:creationId xmlns:a16="http://schemas.microsoft.com/office/drawing/2014/main" id="{19D116DD-F3CD-DF92-5930-B4F626E5FAE7}"/>
              </a:ext>
            </a:extLst>
          </p:cNvPr>
          <p:cNvSpPr/>
          <p:nvPr/>
        </p:nvSpPr>
        <p:spPr>
          <a:xfrm>
            <a:off x="12833232" y="4248175"/>
            <a:ext cx="2499773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6785891-4DDB-C9E2-EA1F-17E8F0BDD260}"/>
              </a:ext>
            </a:extLst>
          </p:cNvPr>
          <p:cNvSpPr txBox="1"/>
          <p:nvPr/>
        </p:nvSpPr>
        <p:spPr>
          <a:xfrm>
            <a:off x="13014189" y="4321729"/>
            <a:ext cx="2059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Access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66" name="Прямоугольник: усеченные противолежащие углы 65">
            <a:extLst>
              <a:ext uri="{FF2B5EF4-FFF2-40B4-BE49-F238E27FC236}">
                <a16:creationId xmlns:a16="http://schemas.microsoft.com/office/drawing/2014/main" id="{5146B17A-D7BA-6379-F711-2653BB8E3AD2}"/>
              </a:ext>
            </a:extLst>
          </p:cNvPr>
          <p:cNvSpPr/>
          <p:nvPr/>
        </p:nvSpPr>
        <p:spPr>
          <a:xfrm>
            <a:off x="17498251" y="5185893"/>
            <a:ext cx="2502179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2E45D5-250B-FCAA-F859-B98ED1E54949}"/>
              </a:ext>
            </a:extLst>
          </p:cNvPr>
          <p:cNvSpPr txBox="1"/>
          <p:nvPr/>
        </p:nvSpPr>
        <p:spPr>
          <a:xfrm>
            <a:off x="17679208" y="5259447"/>
            <a:ext cx="2243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Postgre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938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FC832-FAFD-A9A1-547E-34633A22A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5B2FCCE-A320-3D3E-6033-D7E213EBE7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-7324"/>
            <a:ext cx="12185522" cy="6862533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8D98B48-12AC-BD45-7D78-1D734B635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7249121">
            <a:off x="-658275" y="-5944062"/>
            <a:ext cx="13474494" cy="10293396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27" name="Freeform 41">
            <a:extLst>
              <a:ext uri="{FF2B5EF4-FFF2-40B4-BE49-F238E27FC236}">
                <a16:creationId xmlns:a16="http://schemas.microsoft.com/office/drawing/2014/main" id="{95AFEC67-DF98-1C84-031D-0B75F53C1CE7}"/>
              </a:ext>
            </a:extLst>
          </p:cNvPr>
          <p:cNvSpPr>
            <a:spLocks/>
          </p:cNvSpPr>
          <p:nvPr/>
        </p:nvSpPr>
        <p:spPr bwMode="auto">
          <a:xfrm rot="5795625">
            <a:off x="5120939" y="104984"/>
            <a:ext cx="4639263" cy="3264815"/>
          </a:xfrm>
          <a:custGeom>
            <a:avLst/>
            <a:gdLst>
              <a:gd name="T0" fmla="*/ 6416 w 8211"/>
              <a:gd name="T1" fmla="*/ 0 h 5776"/>
              <a:gd name="T2" fmla="*/ 8211 w 8211"/>
              <a:gd name="T3" fmla="*/ 3109 h 5776"/>
              <a:gd name="T4" fmla="*/ 0 w 8211"/>
              <a:gd name="T5" fmla="*/ 5776 h 5776"/>
              <a:gd name="T6" fmla="*/ 6416 w 8211"/>
              <a:gd name="T7" fmla="*/ 0 h 5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11" h="5776">
                <a:moveTo>
                  <a:pt x="6416" y="0"/>
                </a:moveTo>
                <a:cubicBezTo>
                  <a:pt x="7226" y="899"/>
                  <a:pt x="7837" y="1958"/>
                  <a:pt x="8211" y="3109"/>
                </a:cubicBezTo>
                <a:lnTo>
                  <a:pt x="0" y="5776"/>
                </a:lnTo>
                <a:lnTo>
                  <a:pt x="6416" y="0"/>
                </a:lnTo>
                <a:close/>
              </a:path>
            </a:pathLst>
          </a:custGeom>
          <a:solidFill>
            <a:schemeClr val="accent6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" name="Freeform 41">
            <a:extLst>
              <a:ext uri="{FF2B5EF4-FFF2-40B4-BE49-F238E27FC236}">
                <a16:creationId xmlns:a16="http://schemas.microsoft.com/office/drawing/2014/main" id="{5EE0A342-B23C-D565-3055-F5083B3E790A}"/>
              </a:ext>
            </a:extLst>
          </p:cNvPr>
          <p:cNvSpPr>
            <a:spLocks/>
          </p:cNvSpPr>
          <p:nvPr/>
        </p:nvSpPr>
        <p:spPr bwMode="auto">
          <a:xfrm rot="7240280">
            <a:off x="3967669" y="435763"/>
            <a:ext cx="4635837" cy="3264815"/>
          </a:xfrm>
          <a:custGeom>
            <a:avLst/>
            <a:gdLst>
              <a:gd name="T0" fmla="*/ 6416 w 8211"/>
              <a:gd name="T1" fmla="*/ 0 h 5776"/>
              <a:gd name="T2" fmla="*/ 8211 w 8211"/>
              <a:gd name="T3" fmla="*/ 3109 h 5776"/>
              <a:gd name="T4" fmla="*/ 0 w 8211"/>
              <a:gd name="T5" fmla="*/ 5776 h 5776"/>
              <a:gd name="T6" fmla="*/ 6416 w 8211"/>
              <a:gd name="T7" fmla="*/ 0 h 5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11" h="5776">
                <a:moveTo>
                  <a:pt x="6416" y="0"/>
                </a:moveTo>
                <a:cubicBezTo>
                  <a:pt x="7226" y="899"/>
                  <a:pt x="7837" y="1958"/>
                  <a:pt x="8211" y="3109"/>
                </a:cubicBezTo>
                <a:lnTo>
                  <a:pt x="0" y="5776"/>
                </a:lnTo>
                <a:lnTo>
                  <a:pt x="6416" y="0"/>
                </a:lnTo>
                <a:close/>
              </a:path>
            </a:pathLst>
          </a:custGeom>
          <a:solidFill>
            <a:schemeClr val="accent6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5E653CF-005A-5A73-BAB2-DF3ABB1B9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881855">
            <a:off x="2621651" y="-3914231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28" name="Freeform 19">
            <a:extLst>
              <a:ext uri="{FF2B5EF4-FFF2-40B4-BE49-F238E27FC236}">
                <a16:creationId xmlns:a16="http://schemas.microsoft.com/office/drawing/2014/main" id="{EABB4D7E-BDBA-4628-5EA6-4F3D31F966FD}"/>
              </a:ext>
            </a:extLst>
          </p:cNvPr>
          <p:cNvSpPr>
            <a:spLocks/>
          </p:cNvSpPr>
          <p:nvPr/>
        </p:nvSpPr>
        <p:spPr bwMode="auto">
          <a:xfrm rot="20300467">
            <a:off x="5088132" y="-906548"/>
            <a:ext cx="3139710" cy="2832354"/>
          </a:xfrm>
          <a:custGeom>
            <a:avLst/>
            <a:gdLst>
              <a:gd name="T0" fmla="*/ 11170 w 11170"/>
              <a:gd name="T1" fmla="*/ 7687 h 10107"/>
              <a:gd name="T2" fmla="*/ 0 w 11170"/>
              <a:gd name="T3" fmla="*/ 7687 h 10107"/>
              <a:gd name="T4" fmla="*/ 5585 w 11170"/>
              <a:gd name="T5" fmla="*/ 0 h 10107"/>
              <a:gd name="T6" fmla="*/ 11170 w 11170"/>
              <a:gd name="T7" fmla="*/ 7687 h 10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170" h="10107">
                <a:moveTo>
                  <a:pt x="11170" y="7687"/>
                </a:moveTo>
                <a:cubicBezTo>
                  <a:pt x="7840" y="10107"/>
                  <a:pt x="3331" y="10107"/>
                  <a:pt x="0" y="7687"/>
                </a:cubicBezTo>
                <a:lnTo>
                  <a:pt x="5585" y="0"/>
                </a:lnTo>
                <a:lnTo>
                  <a:pt x="11170" y="7687"/>
                </a:lnTo>
                <a:close/>
              </a:path>
            </a:pathLst>
          </a:custGeom>
          <a:solidFill>
            <a:schemeClr val="accent6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10200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CC2602-3D97-1951-76BB-5ECE9756B4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982" y="-1749771"/>
            <a:ext cx="1418948" cy="141894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002D3E9-7A92-97F2-1C46-BF6A179DB8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371" y="0"/>
            <a:ext cx="1714290" cy="141894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BCB719-8861-607A-1F00-5D840A50AD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111" y="-284075"/>
            <a:ext cx="1418948" cy="14189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C1DBC0-681A-0C48-F1CF-3F72DC9872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708" y="-2323454"/>
            <a:ext cx="1418944" cy="141894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9B7E65A-458D-E3F6-3A53-5E322851C5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256" y="-3083653"/>
            <a:ext cx="1418944" cy="14189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D8C5831-8274-45EE-C7DD-C3820EABE1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913" y="-3583521"/>
            <a:ext cx="1098464" cy="10984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BC5263D-88F5-C36D-6428-6B84054F035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2097" y="-2400848"/>
            <a:ext cx="1098464" cy="10984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94E4B7E-3942-28F5-B1DD-42B1E0E1E7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728" y="-1098464"/>
            <a:ext cx="1098464" cy="109846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4F0FBA7-7EC5-D6EB-AEFD-48075F0D141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5119" y="159657"/>
            <a:ext cx="1098464" cy="109846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B3259F4-5D36-B041-CFDA-B872A28256F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0225" y="1394180"/>
            <a:ext cx="1098464" cy="109846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788A88A-45E6-4AB8-A64A-75E835F24BE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048" y="2751610"/>
            <a:ext cx="1098464" cy="10984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2341FA6-5044-71B5-56DF-9D7325A5D31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673" y="2383370"/>
            <a:ext cx="1098464" cy="109846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1F7A114-DB0B-9DCA-D52A-0A13D3785FF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82" y="1932843"/>
            <a:ext cx="1098464" cy="109846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849809F-B0B5-B737-C83F-2BDC85F287C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869" y="797331"/>
            <a:ext cx="1098466" cy="109846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7118D39-FE2F-4501-EECE-BA3ED144E6F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527" y="-326963"/>
            <a:ext cx="1089354" cy="108935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C38E9FC-0363-7DF8-0CE0-878CB2E4A39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184" y="-3472645"/>
            <a:ext cx="1098464" cy="109846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6141C0BE-AC1A-889C-872D-92E8F4EB962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682" y="-4707157"/>
            <a:ext cx="1078992" cy="107899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14E8C932-EDEF-DC2E-C7B0-4B533BAFF5A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893" y="-5384478"/>
            <a:ext cx="1088220" cy="108822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46EABB8-F9D4-60AD-5434-0A878AC8F20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65" y="-4797812"/>
            <a:ext cx="1088220" cy="108822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EF315777-13A5-DB87-4709-5BF5FC67A58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692" y="-1785732"/>
            <a:ext cx="1088220" cy="108822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B3B0BE4-5C6E-D6C4-EC64-180DC210BC7F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321" y="2562128"/>
            <a:ext cx="1088220" cy="1088220"/>
          </a:xfrm>
          <a:prstGeom prst="rect">
            <a:avLst/>
          </a:prstGeom>
        </p:spPr>
      </p:pic>
      <p:sp>
        <p:nvSpPr>
          <p:cNvPr id="36" name="Параллелограмм 35">
            <a:extLst>
              <a:ext uri="{FF2B5EF4-FFF2-40B4-BE49-F238E27FC236}">
                <a16:creationId xmlns:a16="http://schemas.microsoft.com/office/drawing/2014/main" id="{16D2003F-DD1C-C719-50B9-5A9A992A8DCC}"/>
              </a:ext>
            </a:extLst>
          </p:cNvPr>
          <p:cNvSpPr/>
          <p:nvPr/>
        </p:nvSpPr>
        <p:spPr>
          <a:xfrm>
            <a:off x="231829" y="4333103"/>
            <a:ext cx="5888599" cy="85717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: скругленные верхние углы 36">
            <a:extLst>
              <a:ext uri="{FF2B5EF4-FFF2-40B4-BE49-F238E27FC236}">
                <a16:creationId xmlns:a16="http://schemas.microsoft.com/office/drawing/2014/main" id="{9F77868D-293B-2E52-4720-63B950A752B0}"/>
              </a:ext>
            </a:extLst>
          </p:cNvPr>
          <p:cNvSpPr/>
          <p:nvPr/>
        </p:nvSpPr>
        <p:spPr>
          <a:xfrm rot="5400000">
            <a:off x="5763423" y="4177770"/>
            <a:ext cx="857177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араллелограмм 37">
            <a:extLst>
              <a:ext uri="{FF2B5EF4-FFF2-40B4-BE49-F238E27FC236}">
                <a16:creationId xmlns:a16="http://schemas.microsoft.com/office/drawing/2014/main" id="{6614FBA2-9F92-31BD-22BC-2798CFF7C124}"/>
              </a:ext>
            </a:extLst>
          </p:cNvPr>
          <p:cNvSpPr/>
          <p:nvPr/>
        </p:nvSpPr>
        <p:spPr>
          <a:xfrm>
            <a:off x="518032" y="4424543"/>
            <a:ext cx="5289381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4A6C58-1AE2-3CB8-519A-B12E3F5E3BA4}"/>
              </a:ext>
            </a:extLst>
          </p:cNvPr>
          <p:cNvSpPr txBox="1"/>
          <p:nvPr/>
        </p:nvSpPr>
        <p:spPr>
          <a:xfrm>
            <a:off x="1012867" y="4333103"/>
            <a:ext cx="44691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PostalApp</a:t>
            </a:r>
            <a:r>
              <a:rPr lang="ru-RU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-</a:t>
            </a:r>
            <a:r>
              <a:rPr lang="en-US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Extra</a:t>
            </a:r>
            <a:endParaRPr lang="ru-RU" sz="4400" dirty="0">
              <a:solidFill>
                <a:schemeClr val="tx2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0" name="Параллелограмм 39">
            <a:extLst>
              <a:ext uri="{FF2B5EF4-FFF2-40B4-BE49-F238E27FC236}">
                <a16:creationId xmlns:a16="http://schemas.microsoft.com/office/drawing/2014/main" id="{3A292154-64AC-4A6A-6C15-ED2CA98B4228}"/>
              </a:ext>
            </a:extLst>
          </p:cNvPr>
          <p:cNvSpPr/>
          <p:nvPr/>
        </p:nvSpPr>
        <p:spPr>
          <a:xfrm>
            <a:off x="1835540" y="5261963"/>
            <a:ext cx="2168835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5C34EF-86D4-2D64-34E6-6CD32F5EAA6C}"/>
              </a:ext>
            </a:extLst>
          </p:cNvPr>
          <p:cNvSpPr txBox="1"/>
          <p:nvPr/>
        </p:nvSpPr>
        <p:spPr>
          <a:xfrm>
            <a:off x="2070130" y="5195742"/>
            <a:ext cx="1832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Данные</a:t>
            </a:r>
          </a:p>
        </p:txBody>
      </p:sp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F4C4BF2D-B262-266F-C3DB-6C196866ADA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425" y="4394061"/>
            <a:ext cx="662251" cy="662251"/>
          </a:xfrm>
          <a:prstGeom prst="rect">
            <a:avLst/>
          </a:prstGeom>
        </p:spPr>
      </p:pic>
      <p:sp useBgFill="1"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DFC382C9-F36C-6786-7C24-B0066AEE9EC3}"/>
              </a:ext>
            </a:extLst>
          </p:cNvPr>
          <p:cNvSpPr/>
          <p:nvPr/>
        </p:nvSpPr>
        <p:spPr>
          <a:xfrm>
            <a:off x="8485930" y="7454372"/>
            <a:ext cx="3055319" cy="783121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DEC987-DA39-5A0B-34EE-E3285A86C109}"/>
              </a:ext>
            </a:extLst>
          </p:cNvPr>
          <p:cNvSpPr txBox="1"/>
          <p:nvPr/>
        </p:nvSpPr>
        <p:spPr>
          <a:xfrm>
            <a:off x="9336003" y="7582844"/>
            <a:ext cx="20714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K-means++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B4819296-5965-0557-3845-EACA12C24560}"/>
              </a:ext>
            </a:extLst>
          </p:cNvPr>
          <p:cNvSpPr/>
          <p:nvPr/>
        </p:nvSpPr>
        <p:spPr>
          <a:xfrm>
            <a:off x="8690361" y="7516258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C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9D3AB484-7AA2-2B7E-7842-CB28CA7EE814}"/>
              </a:ext>
            </a:extLst>
          </p:cNvPr>
          <p:cNvSpPr/>
          <p:nvPr/>
        </p:nvSpPr>
        <p:spPr>
          <a:xfrm>
            <a:off x="8407528" y="9422022"/>
            <a:ext cx="3133721" cy="78312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BB59F2-0F63-3BB2-5A57-9454BE975BA1}"/>
              </a:ext>
            </a:extLst>
          </p:cNvPr>
          <p:cNvSpPr txBox="1"/>
          <p:nvPr/>
        </p:nvSpPr>
        <p:spPr>
          <a:xfrm>
            <a:off x="9258200" y="9550493"/>
            <a:ext cx="2221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Convex Hull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873F89F2-5AB6-8C27-574D-FFE7F8AE07F9}"/>
              </a:ext>
            </a:extLst>
          </p:cNvPr>
          <p:cNvSpPr/>
          <p:nvPr/>
        </p:nvSpPr>
        <p:spPr>
          <a:xfrm>
            <a:off x="8612559" y="9483907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DDC4B7B1-A88B-6CD4-3D00-3963793D2333}"/>
              </a:ext>
            </a:extLst>
          </p:cNvPr>
          <p:cNvSpPr/>
          <p:nvPr/>
        </p:nvSpPr>
        <p:spPr>
          <a:xfrm>
            <a:off x="7910209" y="8450280"/>
            <a:ext cx="3631040" cy="783121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AED7CC-9D49-4101-D7F4-92DECB12100E}"/>
              </a:ext>
            </a:extLst>
          </p:cNvPr>
          <p:cNvSpPr txBox="1"/>
          <p:nvPr/>
        </p:nvSpPr>
        <p:spPr>
          <a:xfrm>
            <a:off x="8760282" y="8578752"/>
            <a:ext cx="2739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Балансировка</a:t>
            </a: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C000F04F-7770-CEC7-43CB-3A5A71045102}"/>
              </a:ext>
            </a:extLst>
          </p:cNvPr>
          <p:cNvSpPr/>
          <p:nvPr/>
        </p:nvSpPr>
        <p:spPr>
          <a:xfrm>
            <a:off x="8119366" y="8512166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45" name="Прямоугольник: усеченные противолежащие углы 44">
            <a:extLst>
              <a:ext uri="{FF2B5EF4-FFF2-40B4-BE49-F238E27FC236}">
                <a16:creationId xmlns:a16="http://schemas.microsoft.com/office/drawing/2014/main" id="{4E0C4428-1B68-F8FB-8B5A-56A82EA1A48C}"/>
              </a:ext>
            </a:extLst>
          </p:cNvPr>
          <p:cNvSpPr/>
          <p:nvPr/>
        </p:nvSpPr>
        <p:spPr>
          <a:xfrm>
            <a:off x="7843845" y="4329588"/>
            <a:ext cx="2499773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24E64A1-4F60-83E1-491E-7DEFE676723C}"/>
              </a:ext>
            </a:extLst>
          </p:cNvPr>
          <p:cNvSpPr txBox="1"/>
          <p:nvPr/>
        </p:nvSpPr>
        <p:spPr>
          <a:xfrm>
            <a:off x="8024802" y="4403142"/>
            <a:ext cx="2059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Access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47" name="Прямоугольник: усеченные противолежащие углы 46">
            <a:extLst>
              <a:ext uri="{FF2B5EF4-FFF2-40B4-BE49-F238E27FC236}">
                <a16:creationId xmlns:a16="http://schemas.microsoft.com/office/drawing/2014/main" id="{96EA3A06-B261-F8CB-E28A-2DA13FDE40A8}"/>
              </a:ext>
            </a:extLst>
          </p:cNvPr>
          <p:cNvSpPr/>
          <p:nvPr/>
        </p:nvSpPr>
        <p:spPr>
          <a:xfrm>
            <a:off x="8447159" y="5183415"/>
            <a:ext cx="2502179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D25349D-6B08-F9E4-E653-B4D214FAF742}"/>
              </a:ext>
            </a:extLst>
          </p:cNvPr>
          <p:cNvSpPr txBox="1"/>
          <p:nvPr/>
        </p:nvSpPr>
        <p:spPr>
          <a:xfrm>
            <a:off x="8628116" y="5256969"/>
            <a:ext cx="2243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Postgre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126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E6C89-12C8-BC56-8CA6-87A24E886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414C81C-C065-97B8-85D0-41018E120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65566"/>
            <a:ext cx="12185522" cy="6858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3B284C9-E901-ED28-A6AB-7BB5F1AB3A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-7324"/>
            <a:ext cx="12185522" cy="6862533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435381A-83CC-D748-3684-560D7924D0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7249121">
            <a:off x="-658275" y="-5944062"/>
            <a:ext cx="13474494" cy="10293396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26" name="Freeform 41">
            <a:extLst>
              <a:ext uri="{FF2B5EF4-FFF2-40B4-BE49-F238E27FC236}">
                <a16:creationId xmlns:a16="http://schemas.microsoft.com/office/drawing/2014/main" id="{467DDBB0-1906-B26C-EDB6-50C542C2D1CF}"/>
              </a:ext>
            </a:extLst>
          </p:cNvPr>
          <p:cNvSpPr>
            <a:spLocks/>
          </p:cNvSpPr>
          <p:nvPr/>
        </p:nvSpPr>
        <p:spPr bwMode="auto">
          <a:xfrm rot="7240280">
            <a:off x="3964734" y="437435"/>
            <a:ext cx="4639724" cy="3264815"/>
          </a:xfrm>
          <a:custGeom>
            <a:avLst/>
            <a:gdLst>
              <a:gd name="T0" fmla="*/ 6416 w 8211"/>
              <a:gd name="T1" fmla="*/ 0 h 5776"/>
              <a:gd name="T2" fmla="*/ 8211 w 8211"/>
              <a:gd name="T3" fmla="*/ 3109 h 5776"/>
              <a:gd name="T4" fmla="*/ 0 w 8211"/>
              <a:gd name="T5" fmla="*/ 5776 h 5776"/>
              <a:gd name="T6" fmla="*/ 6416 w 8211"/>
              <a:gd name="T7" fmla="*/ 0 h 5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11" h="5776">
                <a:moveTo>
                  <a:pt x="6416" y="0"/>
                </a:moveTo>
                <a:cubicBezTo>
                  <a:pt x="7226" y="899"/>
                  <a:pt x="7837" y="1958"/>
                  <a:pt x="8211" y="3109"/>
                </a:cubicBezTo>
                <a:lnTo>
                  <a:pt x="0" y="5776"/>
                </a:lnTo>
                <a:lnTo>
                  <a:pt x="6416" y="0"/>
                </a:lnTo>
                <a:close/>
              </a:path>
            </a:pathLst>
          </a:custGeom>
          <a:solidFill>
            <a:schemeClr val="accent6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E7FEAEA-83F0-D749-43D6-32F2E67EDB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5881855">
            <a:off x="2621651" y="-3914231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27" name="Freeform 19">
            <a:extLst>
              <a:ext uri="{FF2B5EF4-FFF2-40B4-BE49-F238E27FC236}">
                <a16:creationId xmlns:a16="http://schemas.microsoft.com/office/drawing/2014/main" id="{928DC4FA-DAEB-DFE6-4983-52FF4BB951C7}"/>
              </a:ext>
            </a:extLst>
          </p:cNvPr>
          <p:cNvSpPr>
            <a:spLocks/>
          </p:cNvSpPr>
          <p:nvPr/>
        </p:nvSpPr>
        <p:spPr bwMode="auto">
          <a:xfrm rot="20300467">
            <a:off x="5088132" y="-906548"/>
            <a:ext cx="3139710" cy="2832354"/>
          </a:xfrm>
          <a:custGeom>
            <a:avLst/>
            <a:gdLst>
              <a:gd name="T0" fmla="*/ 11170 w 11170"/>
              <a:gd name="T1" fmla="*/ 7687 h 10107"/>
              <a:gd name="T2" fmla="*/ 0 w 11170"/>
              <a:gd name="T3" fmla="*/ 7687 h 10107"/>
              <a:gd name="T4" fmla="*/ 5585 w 11170"/>
              <a:gd name="T5" fmla="*/ 0 h 10107"/>
              <a:gd name="T6" fmla="*/ 11170 w 11170"/>
              <a:gd name="T7" fmla="*/ 7687 h 10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170" h="10107">
                <a:moveTo>
                  <a:pt x="11170" y="7687"/>
                </a:moveTo>
                <a:cubicBezTo>
                  <a:pt x="7840" y="10107"/>
                  <a:pt x="3331" y="10107"/>
                  <a:pt x="0" y="7687"/>
                </a:cubicBezTo>
                <a:lnTo>
                  <a:pt x="5585" y="0"/>
                </a:lnTo>
                <a:lnTo>
                  <a:pt x="11170" y="7687"/>
                </a:lnTo>
                <a:close/>
              </a:path>
            </a:pathLst>
          </a:custGeom>
          <a:solidFill>
            <a:schemeClr val="accent6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10200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E016DA-0EE1-68A1-1919-3D59F48A8F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6982" y="-1749771"/>
            <a:ext cx="1418948" cy="141894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62A8DF-42F6-4CD1-D845-F761E6953D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0371" y="0"/>
            <a:ext cx="1714290" cy="141894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89653B2-2E9A-FCBB-8CE0-96ABE19151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111" y="-284075"/>
            <a:ext cx="1418948" cy="14189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731ABF5-60B3-F145-950D-075696A345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708" y="-2316517"/>
            <a:ext cx="1418944" cy="141894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6F5171D-DD9A-1532-AD9F-0F582AE792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256" y="-3083653"/>
            <a:ext cx="1418944" cy="14189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2C958DB-4CA3-F455-605E-D7F2AF0EAE3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913" y="-3583521"/>
            <a:ext cx="1098464" cy="10984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B0DFDF5-8A03-0746-F9AF-F9BAC0E669B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2097" y="-2400848"/>
            <a:ext cx="1098464" cy="10984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C309C39-1E68-A168-8065-1857DCB3FFE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728" y="-1098464"/>
            <a:ext cx="1098464" cy="109846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CB56B13-20AC-8109-EB27-7641ADB28BD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5119" y="159657"/>
            <a:ext cx="1098464" cy="109846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5FF9C6E-786D-9823-274F-01F6AE463D8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0225" y="1394180"/>
            <a:ext cx="1098464" cy="109846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7EF4883-B382-5279-74B8-BE3469C5F00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1048" y="2751610"/>
            <a:ext cx="1098464" cy="10984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82A1339-BA25-C43E-E261-77B2E9C37ED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673" y="2383370"/>
            <a:ext cx="1098464" cy="109846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4BFBD14-7559-0904-473A-F7EB89002CF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82" y="1932843"/>
            <a:ext cx="1098464" cy="109846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C4B5BBB-DD50-CC65-5273-E7CE32EA00D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869" y="797331"/>
            <a:ext cx="1098466" cy="109846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A3A1206-DACE-3A09-73F4-99F47D32510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527" y="-326963"/>
            <a:ext cx="1089354" cy="108935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EAE2AA4-A20F-A075-3D98-19CB13F77D1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869" y="-3451951"/>
            <a:ext cx="1098464" cy="109846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20FC4B32-D17B-4FF7-8CD5-0EBF814F34A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8289" y="-4707157"/>
            <a:ext cx="1078992" cy="107899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6F09501-FFAF-9244-837E-E2B6B97E636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6376" y="-5348763"/>
            <a:ext cx="1088220" cy="108822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5C428DF-284E-3977-BAEA-15CC16D1B13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665" y="-4797812"/>
            <a:ext cx="1088220" cy="108822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8B0D2D72-5F29-D358-2C5B-96DE39E8BA5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296" y="-1785732"/>
            <a:ext cx="1088220" cy="108822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1D24FD43-14A2-30CB-4CF0-CF7E5603C09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59" y="2562128"/>
            <a:ext cx="1088220" cy="1088220"/>
          </a:xfrm>
          <a:prstGeom prst="rect">
            <a:avLst/>
          </a:prstGeom>
        </p:spPr>
      </p:pic>
      <p:sp>
        <p:nvSpPr>
          <p:cNvPr id="36" name="Параллелограмм 35">
            <a:extLst>
              <a:ext uri="{FF2B5EF4-FFF2-40B4-BE49-F238E27FC236}">
                <a16:creationId xmlns:a16="http://schemas.microsoft.com/office/drawing/2014/main" id="{F38AE85B-91BF-B0FA-26D1-93DE1003D06C}"/>
              </a:ext>
            </a:extLst>
          </p:cNvPr>
          <p:cNvSpPr/>
          <p:nvPr/>
        </p:nvSpPr>
        <p:spPr>
          <a:xfrm>
            <a:off x="378888" y="-2562476"/>
            <a:ext cx="3878393" cy="85419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: скругленные верхние углы 36">
            <a:extLst>
              <a:ext uri="{FF2B5EF4-FFF2-40B4-BE49-F238E27FC236}">
                <a16:creationId xmlns:a16="http://schemas.microsoft.com/office/drawing/2014/main" id="{7AEFB152-F42C-8FED-9CF4-F3A874D21B45}"/>
              </a:ext>
            </a:extLst>
          </p:cNvPr>
          <p:cNvSpPr/>
          <p:nvPr/>
        </p:nvSpPr>
        <p:spPr>
          <a:xfrm rot="5400000">
            <a:off x="3801696" y="-2719189"/>
            <a:ext cx="853973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араллелограмм 37">
            <a:extLst>
              <a:ext uri="{FF2B5EF4-FFF2-40B4-BE49-F238E27FC236}">
                <a16:creationId xmlns:a16="http://schemas.microsoft.com/office/drawing/2014/main" id="{3AF3E68C-9597-8E7C-45D4-4EF383446638}"/>
              </a:ext>
            </a:extLst>
          </p:cNvPr>
          <p:cNvSpPr/>
          <p:nvPr/>
        </p:nvSpPr>
        <p:spPr>
          <a:xfrm>
            <a:off x="665091" y="-2474016"/>
            <a:ext cx="3138228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BB23AF-F8BD-B367-6CF7-8E7E8BA4BD6F}"/>
              </a:ext>
            </a:extLst>
          </p:cNvPr>
          <p:cNvSpPr txBox="1"/>
          <p:nvPr/>
        </p:nvSpPr>
        <p:spPr>
          <a:xfrm>
            <a:off x="945818" y="-2565607"/>
            <a:ext cx="26271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Веб-сайт</a:t>
            </a:r>
          </a:p>
        </p:txBody>
      </p:sp>
      <p:sp>
        <p:nvSpPr>
          <p:cNvPr id="40" name="Параллелограмм 39">
            <a:extLst>
              <a:ext uri="{FF2B5EF4-FFF2-40B4-BE49-F238E27FC236}">
                <a16:creationId xmlns:a16="http://schemas.microsoft.com/office/drawing/2014/main" id="{0BF173A1-8101-C5D6-B384-AB43936C8F63}"/>
              </a:ext>
            </a:extLst>
          </p:cNvPr>
          <p:cNvSpPr/>
          <p:nvPr/>
        </p:nvSpPr>
        <p:spPr>
          <a:xfrm>
            <a:off x="1070339" y="-1678172"/>
            <a:ext cx="1806021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AEDD4FE-96FF-EBCE-D875-E970956CB100}"/>
              </a:ext>
            </a:extLst>
          </p:cNvPr>
          <p:cNvSpPr txBox="1"/>
          <p:nvPr/>
        </p:nvSpPr>
        <p:spPr>
          <a:xfrm>
            <a:off x="1266155" y="-1753597"/>
            <a:ext cx="1475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Обзор</a:t>
            </a:r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F0B100DA-3566-F153-EDEC-09848048938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157" y="-2469860"/>
            <a:ext cx="656618" cy="656618"/>
          </a:xfrm>
          <a:prstGeom prst="rect">
            <a:avLst/>
          </a:prstGeom>
        </p:spPr>
      </p:pic>
      <p:sp>
        <p:nvSpPr>
          <p:cNvPr id="45" name="Параллелограмм 44">
            <a:extLst>
              <a:ext uri="{FF2B5EF4-FFF2-40B4-BE49-F238E27FC236}">
                <a16:creationId xmlns:a16="http://schemas.microsoft.com/office/drawing/2014/main" id="{4A2CF985-2C4C-0562-F9E8-54D374CEEFB9}"/>
              </a:ext>
            </a:extLst>
          </p:cNvPr>
          <p:cNvSpPr/>
          <p:nvPr/>
        </p:nvSpPr>
        <p:spPr>
          <a:xfrm>
            <a:off x="289301" y="7360116"/>
            <a:ext cx="5888599" cy="85717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Прямоугольник: скругленные верхние углы 45">
            <a:extLst>
              <a:ext uri="{FF2B5EF4-FFF2-40B4-BE49-F238E27FC236}">
                <a16:creationId xmlns:a16="http://schemas.microsoft.com/office/drawing/2014/main" id="{30B45043-EB94-2283-8FF0-B5E9E7ED4957}"/>
              </a:ext>
            </a:extLst>
          </p:cNvPr>
          <p:cNvSpPr/>
          <p:nvPr/>
        </p:nvSpPr>
        <p:spPr>
          <a:xfrm rot="5400000">
            <a:off x="5820895" y="7204783"/>
            <a:ext cx="857177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Параллелограмм 46">
            <a:extLst>
              <a:ext uri="{FF2B5EF4-FFF2-40B4-BE49-F238E27FC236}">
                <a16:creationId xmlns:a16="http://schemas.microsoft.com/office/drawing/2014/main" id="{367280A9-E357-FB25-9CBA-353804ADEA3F}"/>
              </a:ext>
            </a:extLst>
          </p:cNvPr>
          <p:cNvSpPr/>
          <p:nvPr/>
        </p:nvSpPr>
        <p:spPr>
          <a:xfrm>
            <a:off x="575504" y="7451556"/>
            <a:ext cx="5289381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B0C8643-528C-2CE9-28E0-49A035192080}"/>
              </a:ext>
            </a:extLst>
          </p:cNvPr>
          <p:cNvSpPr txBox="1"/>
          <p:nvPr/>
        </p:nvSpPr>
        <p:spPr>
          <a:xfrm>
            <a:off x="1070339" y="7360116"/>
            <a:ext cx="44691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PostalApp</a:t>
            </a:r>
            <a:r>
              <a:rPr lang="ru-RU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-</a:t>
            </a:r>
            <a:r>
              <a:rPr lang="en-US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Extra</a:t>
            </a:r>
            <a:endParaRPr lang="ru-RU" sz="4400" dirty="0">
              <a:solidFill>
                <a:schemeClr val="tx2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9" name="Параллелограмм 48">
            <a:extLst>
              <a:ext uri="{FF2B5EF4-FFF2-40B4-BE49-F238E27FC236}">
                <a16:creationId xmlns:a16="http://schemas.microsoft.com/office/drawing/2014/main" id="{D199638A-107B-A25B-1758-2ECDC18D3E64}"/>
              </a:ext>
            </a:extLst>
          </p:cNvPr>
          <p:cNvSpPr/>
          <p:nvPr/>
        </p:nvSpPr>
        <p:spPr>
          <a:xfrm>
            <a:off x="1893012" y="8288976"/>
            <a:ext cx="2168835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2C61FC1-ABF9-39A9-B111-924F28F59EC5}"/>
              </a:ext>
            </a:extLst>
          </p:cNvPr>
          <p:cNvSpPr txBox="1"/>
          <p:nvPr/>
        </p:nvSpPr>
        <p:spPr>
          <a:xfrm>
            <a:off x="2127602" y="8222755"/>
            <a:ext cx="1832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Данные</a:t>
            </a: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8EA24B8F-911B-0811-07BE-ADF5A21A2F2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897" y="7421074"/>
            <a:ext cx="662251" cy="662251"/>
          </a:xfrm>
          <a:prstGeom prst="rect">
            <a:avLst/>
          </a:prstGeom>
        </p:spPr>
      </p:pic>
      <p:sp useBgFill="1">
        <p:nvSpPr>
          <p:cNvPr id="20" name="Прямоугольник: усеченные противолежащие углы 19">
            <a:extLst>
              <a:ext uri="{FF2B5EF4-FFF2-40B4-BE49-F238E27FC236}">
                <a16:creationId xmlns:a16="http://schemas.microsoft.com/office/drawing/2014/main" id="{753605F6-EBA3-665C-D18D-F79D742A10DA}"/>
              </a:ext>
            </a:extLst>
          </p:cNvPr>
          <p:cNvSpPr/>
          <p:nvPr/>
        </p:nvSpPr>
        <p:spPr>
          <a:xfrm>
            <a:off x="8316029" y="7471228"/>
            <a:ext cx="2499773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558FD7-1218-9F4F-AC24-9B0AADE7D5BB}"/>
              </a:ext>
            </a:extLst>
          </p:cNvPr>
          <p:cNvSpPr txBox="1"/>
          <p:nvPr/>
        </p:nvSpPr>
        <p:spPr>
          <a:xfrm>
            <a:off x="8496986" y="7544782"/>
            <a:ext cx="2059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Access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31" name="Прямоугольник: усеченные противолежащие углы 30">
            <a:extLst>
              <a:ext uri="{FF2B5EF4-FFF2-40B4-BE49-F238E27FC236}">
                <a16:creationId xmlns:a16="http://schemas.microsoft.com/office/drawing/2014/main" id="{5842F132-B4C6-8E22-3F4A-018C184CED5C}"/>
              </a:ext>
            </a:extLst>
          </p:cNvPr>
          <p:cNvSpPr/>
          <p:nvPr/>
        </p:nvSpPr>
        <p:spPr>
          <a:xfrm>
            <a:off x="8919343" y="8325055"/>
            <a:ext cx="2502179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F4A3C7-BC03-13B7-236D-0E9BFE1308A9}"/>
              </a:ext>
            </a:extLst>
          </p:cNvPr>
          <p:cNvSpPr txBox="1"/>
          <p:nvPr/>
        </p:nvSpPr>
        <p:spPr>
          <a:xfrm>
            <a:off x="9100300" y="8398609"/>
            <a:ext cx="2243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Postgre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35" name="Прямоугольник: усеченные противолежащие углы 34">
            <a:extLst>
              <a:ext uri="{FF2B5EF4-FFF2-40B4-BE49-F238E27FC236}">
                <a16:creationId xmlns:a16="http://schemas.microsoft.com/office/drawing/2014/main" id="{603A79D6-F271-EA70-07F4-0A98314AD158}"/>
              </a:ext>
            </a:extLst>
          </p:cNvPr>
          <p:cNvSpPr/>
          <p:nvPr/>
        </p:nvSpPr>
        <p:spPr>
          <a:xfrm>
            <a:off x="-8133182" y="4065221"/>
            <a:ext cx="3438651" cy="569484"/>
          </a:xfrm>
          <a:prstGeom prst="snip2DiagRect">
            <a:avLst>
              <a:gd name="adj1" fmla="val 0"/>
              <a:gd name="adj2" fmla="val 50000"/>
            </a:avLst>
          </a:prstGeom>
          <a:ln>
            <a:noFill/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B810FC-2EEE-CCBB-1E58-7346FC198F63}"/>
              </a:ext>
            </a:extLst>
          </p:cNvPr>
          <p:cNvSpPr txBox="1"/>
          <p:nvPr/>
        </p:nvSpPr>
        <p:spPr>
          <a:xfrm>
            <a:off x="-7797376" y="4001777"/>
            <a:ext cx="2628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postalapp.ru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5F636B3C-C26D-38B6-24B3-6D6C739355DF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58310" y="1197522"/>
            <a:ext cx="2590246" cy="2590244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 useBgFill="1">
        <p:nvSpPr>
          <p:cNvPr id="52" name="Рамка 51">
            <a:extLst>
              <a:ext uri="{FF2B5EF4-FFF2-40B4-BE49-F238E27FC236}">
                <a16:creationId xmlns:a16="http://schemas.microsoft.com/office/drawing/2014/main" id="{9102CF3F-A8EA-70FC-0448-8E81A9978E54}"/>
              </a:ext>
            </a:extLst>
          </p:cNvPr>
          <p:cNvSpPr/>
          <p:nvPr/>
        </p:nvSpPr>
        <p:spPr>
          <a:xfrm>
            <a:off x="-8130879" y="924952"/>
            <a:ext cx="3135384" cy="3135384"/>
          </a:xfrm>
          <a:prstGeom prst="frame">
            <a:avLst>
              <a:gd name="adj1" fmla="val 9076"/>
            </a:avLst>
          </a:prstGeom>
          <a:ln>
            <a:noFill/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 useBgFill="1">
        <p:nvSpPr>
          <p:cNvPr id="53" name="Прямоугольник: усеченные противолежащие углы 52">
            <a:extLst>
              <a:ext uri="{FF2B5EF4-FFF2-40B4-BE49-F238E27FC236}">
                <a16:creationId xmlns:a16="http://schemas.microsoft.com/office/drawing/2014/main" id="{2FA02D6A-270F-372A-4193-0A6A48C67DF3}"/>
              </a:ext>
            </a:extLst>
          </p:cNvPr>
          <p:cNvSpPr/>
          <p:nvPr/>
        </p:nvSpPr>
        <p:spPr>
          <a:xfrm>
            <a:off x="-4718812" y="2722576"/>
            <a:ext cx="3600030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C061DE-75FE-09D0-B3A1-4C40BC540F86}"/>
              </a:ext>
            </a:extLst>
          </p:cNvPr>
          <p:cNvSpPr txBox="1"/>
          <p:nvPr/>
        </p:nvSpPr>
        <p:spPr>
          <a:xfrm>
            <a:off x="-4537855" y="2796130"/>
            <a:ext cx="3230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Информация</a:t>
            </a:r>
          </a:p>
        </p:txBody>
      </p:sp>
      <p:sp useBgFill="1">
        <p:nvSpPr>
          <p:cNvPr id="55" name="Прямоугольник: усеченные противолежащие углы 54">
            <a:extLst>
              <a:ext uri="{FF2B5EF4-FFF2-40B4-BE49-F238E27FC236}">
                <a16:creationId xmlns:a16="http://schemas.microsoft.com/office/drawing/2014/main" id="{0476CF8A-0789-0FE0-7951-2E96BF8A01EF}"/>
              </a:ext>
            </a:extLst>
          </p:cNvPr>
          <p:cNvSpPr/>
          <p:nvPr/>
        </p:nvSpPr>
        <p:spPr>
          <a:xfrm>
            <a:off x="-4341806" y="3601615"/>
            <a:ext cx="3440870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9FF400F-BD04-051C-AA84-4AAD11EC4A5E}"/>
              </a:ext>
            </a:extLst>
          </p:cNvPr>
          <p:cNvSpPr txBox="1"/>
          <p:nvPr/>
        </p:nvSpPr>
        <p:spPr>
          <a:xfrm>
            <a:off x="-4160850" y="3675169"/>
            <a:ext cx="3042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Скачивание</a:t>
            </a:r>
          </a:p>
        </p:txBody>
      </p:sp>
      <p:sp useBgFill="1">
        <p:nvSpPr>
          <p:cNvPr id="57" name="Прямоугольник: усеченные противолежащие углы 56">
            <a:extLst>
              <a:ext uri="{FF2B5EF4-FFF2-40B4-BE49-F238E27FC236}">
                <a16:creationId xmlns:a16="http://schemas.microsoft.com/office/drawing/2014/main" id="{6597EDE3-9EC7-078D-5F5E-1DCA0954DFA0}"/>
              </a:ext>
            </a:extLst>
          </p:cNvPr>
          <p:cNvSpPr/>
          <p:nvPr/>
        </p:nvSpPr>
        <p:spPr>
          <a:xfrm>
            <a:off x="-3957508" y="4476100"/>
            <a:ext cx="3327065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339B0F-8C99-16B2-6521-EBCB7F935F80}"/>
              </a:ext>
            </a:extLst>
          </p:cNvPr>
          <p:cNvSpPr txBox="1"/>
          <p:nvPr/>
        </p:nvSpPr>
        <p:spPr>
          <a:xfrm>
            <a:off x="-3776552" y="4549654"/>
            <a:ext cx="294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Управление</a:t>
            </a:r>
          </a:p>
        </p:txBody>
      </p:sp>
    </p:spTree>
    <p:extLst>
      <p:ext uri="{BB962C8B-B14F-4D97-AF65-F5344CB8AC3E}">
        <p14:creationId xmlns:p14="http://schemas.microsoft.com/office/powerpoint/2010/main" val="357939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795E7-29E6-E073-6E42-DD72444EC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09CA994-CEBF-36E1-87C0-66EE90540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23831"/>
            <a:ext cx="12185522" cy="686253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0CD39A0-D533-B28B-8B8D-B94D5538EF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23A64716-0E88-F57D-45F2-C35691564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1380460">
            <a:off x="6029181" y="-1636946"/>
            <a:ext cx="13474494" cy="10293396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28" name="Freeform 67">
            <a:extLst>
              <a:ext uri="{FF2B5EF4-FFF2-40B4-BE49-F238E27FC236}">
                <a16:creationId xmlns:a16="http://schemas.microsoft.com/office/drawing/2014/main" id="{DCFC57FB-267A-70D8-0B73-7E0F22BCFC5D}"/>
              </a:ext>
            </a:extLst>
          </p:cNvPr>
          <p:cNvSpPr>
            <a:spLocks/>
          </p:cNvSpPr>
          <p:nvPr/>
        </p:nvSpPr>
        <p:spPr bwMode="auto">
          <a:xfrm rot="16770306">
            <a:off x="9462139" y="1396369"/>
            <a:ext cx="1485899" cy="4876802"/>
          </a:xfrm>
          <a:custGeom>
            <a:avLst/>
            <a:gdLst>
              <a:gd name="T0" fmla="*/ 0 w 5335"/>
              <a:gd name="T1" fmla="*/ 845 h 17266"/>
              <a:gd name="T2" fmla="*/ 5335 w 5335"/>
              <a:gd name="T3" fmla="*/ 0 h 17266"/>
              <a:gd name="T4" fmla="*/ 5335 w 5335"/>
              <a:gd name="T5" fmla="*/ 17266 h 17266"/>
              <a:gd name="T6" fmla="*/ 0 w 5335"/>
              <a:gd name="T7" fmla="*/ 845 h 17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35" h="17266">
                <a:moveTo>
                  <a:pt x="0" y="845"/>
                </a:moveTo>
                <a:cubicBezTo>
                  <a:pt x="1723" y="285"/>
                  <a:pt x="3523" y="0"/>
                  <a:pt x="5335" y="0"/>
                </a:cubicBezTo>
                <a:lnTo>
                  <a:pt x="5335" y="17266"/>
                </a:lnTo>
                <a:lnTo>
                  <a:pt x="0" y="845"/>
                </a:lnTo>
                <a:close/>
              </a:path>
            </a:pathLst>
          </a:custGeom>
          <a:solidFill>
            <a:srgbClr val="FFC0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D06C273B-0A0A-23B8-8237-8BB870DA15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013194">
            <a:off x="9309107" y="392885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27" name="Freeform 19">
            <a:extLst>
              <a:ext uri="{FF2B5EF4-FFF2-40B4-BE49-F238E27FC236}">
                <a16:creationId xmlns:a16="http://schemas.microsoft.com/office/drawing/2014/main" id="{780D0B97-E641-005D-1D85-D15A93110D9F}"/>
              </a:ext>
            </a:extLst>
          </p:cNvPr>
          <p:cNvSpPr>
            <a:spLocks/>
          </p:cNvSpPr>
          <p:nvPr/>
        </p:nvSpPr>
        <p:spPr bwMode="auto">
          <a:xfrm rot="7045459">
            <a:off x="9934296" y="1410454"/>
            <a:ext cx="3135740" cy="2842189"/>
          </a:xfrm>
          <a:custGeom>
            <a:avLst/>
            <a:gdLst>
              <a:gd name="T0" fmla="*/ 11170 w 11170"/>
              <a:gd name="T1" fmla="*/ 7687 h 10107"/>
              <a:gd name="T2" fmla="*/ 0 w 11170"/>
              <a:gd name="T3" fmla="*/ 7687 h 10107"/>
              <a:gd name="T4" fmla="*/ 5585 w 11170"/>
              <a:gd name="T5" fmla="*/ 0 h 10107"/>
              <a:gd name="T6" fmla="*/ 11170 w 11170"/>
              <a:gd name="T7" fmla="*/ 7687 h 10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170" h="10107">
                <a:moveTo>
                  <a:pt x="11170" y="7687"/>
                </a:moveTo>
                <a:cubicBezTo>
                  <a:pt x="7840" y="10107"/>
                  <a:pt x="3331" y="10107"/>
                  <a:pt x="0" y="7687"/>
                </a:cubicBezTo>
                <a:lnTo>
                  <a:pt x="5585" y="0"/>
                </a:lnTo>
                <a:lnTo>
                  <a:pt x="11170" y="7687"/>
                </a:lnTo>
                <a:close/>
              </a:path>
            </a:pathLst>
          </a:custGeom>
          <a:solidFill>
            <a:srgbClr val="FFC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C4278D8-84C4-3725-3821-28737A504B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4850" y="4233567"/>
            <a:ext cx="1418948" cy="141894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A65585C-057B-78FC-CF8F-CF67FE7BB3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7042" y="3922251"/>
            <a:ext cx="1714290" cy="141894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FA0A11-BE2A-B8F2-2D9E-EC360298AA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0353" y="2022396"/>
            <a:ext cx="1418948" cy="14189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D07CD1-36B7-D8CF-61FF-E1488F7854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2118" y="1036758"/>
            <a:ext cx="1418944" cy="141894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74E08AC-9903-DF08-7367-12F8EAFC5CF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9472" y="2580546"/>
            <a:ext cx="1418944" cy="14189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9A90986-CD96-8B9C-8352-04FA9B13835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7684" y="5480136"/>
            <a:ext cx="1098464" cy="10984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5481A3C-B5B1-7B1C-6036-5E762704837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30255" y="6308768"/>
            <a:ext cx="1098464" cy="10984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89B5BB6-634A-1A2D-2ABF-B8EE2A4F558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4609" y="6985000"/>
            <a:ext cx="1098464" cy="109846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174D65B-061A-ADD0-38F4-998730604EE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3100" y="7112000"/>
            <a:ext cx="1098464" cy="109846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3582487-6022-0CC0-4AE8-9DF4C43C823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6377" y="6705600"/>
            <a:ext cx="1098464" cy="109846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AA2AEDD-CD1F-C5E7-75D5-64E91D5DD5B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906" y="4352629"/>
            <a:ext cx="1098464" cy="10984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058BC82-479B-B94F-6022-79FCC74DB62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7831" y="5759536"/>
            <a:ext cx="1098464" cy="109846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B099344-1158-D7A9-4EF5-20D68C09558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579" y="1617391"/>
            <a:ext cx="1098464" cy="109846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4962BE4-C9DB-03E7-F8D4-ACE30DAE72C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3217" y="384376"/>
            <a:ext cx="1098466" cy="109846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420B2EE-7ADE-0768-3089-DE7C35C4EEA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105" y="-443077"/>
            <a:ext cx="1089354" cy="108935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DA130AB-2AB9-E257-1EF5-6A62CE392C6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6318" y="-1098464"/>
            <a:ext cx="1098464" cy="109846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4D3AEF5E-CE51-E4C0-BB6B-AB285ECD206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1953" y="-393700"/>
            <a:ext cx="1078992" cy="107899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D7F8B63-5CF9-F363-1CA3-D4C846FD0D5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6616" y="1210287"/>
            <a:ext cx="1088220" cy="108822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7C23AC9-060C-3B02-E2E2-CE851805344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6310" y="3735359"/>
            <a:ext cx="1088220" cy="108822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15241D3-AEF1-E718-258A-6C294CA7555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3012" y="-951990"/>
            <a:ext cx="1088220" cy="108822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21CFF24-5164-013A-87DC-7FCB830A549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978" y="2884890"/>
            <a:ext cx="1088220" cy="1088220"/>
          </a:xfrm>
          <a:prstGeom prst="rect">
            <a:avLst/>
          </a:prstGeom>
        </p:spPr>
      </p:pic>
      <p:sp>
        <p:nvSpPr>
          <p:cNvPr id="54" name="Параллелограмм 53">
            <a:extLst>
              <a:ext uri="{FF2B5EF4-FFF2-40B4-BE49-F238E27FC236}">
                <a16:creationId xmlns:a16="http://schemas.microsoft.com/office/drawing/2014/main" id="{72D63BC6-A43A-FA66-0F7C-643E606B1893}"/>
              </a:ext>
            </a:extLst>
          </p:cNvPr>
          <p:cNvSpPr/>
          <p:nvPr/>
        </p:nvSpPr>
        <p:spPr>
          <a:xfrm>
            <a:off x="170243" y="223737"/>
            <a:ext cx="3878393" cy="85419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Прямоугольник: скругленные верхние углы 54">
            <a:extLst>
              <a:ext uri="{FF2B5EF4-FFF2-40B4-BE49-F238E27FC236}">
                <a16:creationId xmlns:a16="http://schemas.microsoft.com/office/drawing/2014/main" id="{77DCD210-3956-5D8D-32C8-B6040F80F87B}"/>
              </a:ext>
            </a:extLst>
          </p:cNvPr>
          <p:cNvSpPr/>
          <p:nvPr/>
        </p:nvSpPr>
        <p:spPr>
          <a:xfrm rot="5400000">
            <a:off x="3593051" y="67025"/>
            <a:ext cx="853974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Параллелограмм 55">
            <a:extLst>
              <a:ext uri="{FF2B5EF4-FFF2-40B4-BE49-F238E27FC236}">
                <a16:creationId xmlns:a16="http://schemas.microsoft.com/office/drawing/2014/main" id="{5834583F-CF15-E240-83EB-1D01BCA817D5}"/>
              </a:ext>
            </a:extLst>
          </p:cNvPr>
          <p:cNvSpPr/>
          <p:nvPr/>
        </p:nvSpPr>
        <p:spPr>
          <a:xfrm>
            <a:off x="456446" y="312197"/>
            <a:ext cx="3138228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36" name="Прямоугольник: усеченные противолежащие углы 35">
            <a:extLst>
              <a:ext uri="{FF2B5EF4-FFF2-40B4-BE49-F238E27FC236}">
                <a16:creationId xmlns:a16="http://schemas.microsoft.com/office/drawing/2014/main" id="{AD4440DB-8BEC-705D-FE48-994C418DEB4D}"/>
              </a:ext>
            </a:extLst>
          </p:cNvPr>
          <p:cNvSpPr/>
          <p:nvPr/>
        </p:nvSpPr>
        <p:spPr>
          <a:xfrm>
            <a:off x="196860" y="4929762"/>
            <a:ext cx="3438651" cy="569484"/>
          </a:xfrm>
          <a:prstGeom prst="snip2DiagRect">
            <a:avLst>
              <a:gd name="adj1" fmla="val 0"/>
              <a:gd name="adj2" fmla="val 50000"/>
            </a:avLst>
          </a:prstGeom>
          <a:ln>
            <a:noFill/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40D65BE-84AE-5772-8995-F12718C9624F}"/>
              </a:ext>
            </a:extLst>
          </p:cNvPr>
          <p:cNvSpPr txBox="1"/>
          <p:nvPr/>
        </p:nvSpPr>
        <p:spPr>
          <a:xfrm>
            <a:off x="737173" y="220606"/>
            <a:ext cx="26271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Веб-сайт</a:t>
            </a:r>
          </a:p>
        </p:txBody>
      </p:sp>
      <p:sp>
        <p:nvSpPr>
          <p:cNvPr id="58" name="Параллелограмм 57">
            <a:extLst>
              <a:ext uri="{FF2B5EF4-FFF2-40B4-BE49-F238E27FC236}">
                <a16:creationId xmlns:a16="http://schemas.microsoft.com/office/drawing/2014/main" id="{A45A0CE1-CEFC-0ED4-4DD2-F00215082981}"/>
              </a:ext>
            </a:extLst>
          </p:cNvPr>
          <p:cNvSpPr/>
          <p:nvPr/>
        </p:nvSpPr>
        <p:spPr>
          <a:xfrm>
            <a:off x="861694" y="1108041"/>
            <a:ext cx="1806021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E067C43-141B-7333-9C88-6B8CD7DBC437}"/>
              </a:ext>
            </a:extLst>
          </p:cNvPr>
          <p:cNvSpPr txBox="1"/>
          <p:nvPr/>
        </p:nvSpPr>
        <p:spPr>
          <a:xfrm>
            <a:off x="1057510" y="1032616"/>
            <a:ext cx="14753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Обзор</a:t>
            </a:r>
          </a:p>
        </p:txBody>
      </p:sp>
      <p:pic>
        <p:nvPicPr>
          <p:cNvPr id="60" name="Рисунок 59">
            <a:extLst>
              <a:ext uri="{FF2B5EF4-FFF2-40B4-BE49-F238E27FC236}">
                <a16:creationId xmlns:a16="http://schemas.microsoft.com/office/drawing/2014/main" id="{27E1F60F-E113-AD7C-7EFA-AB85D59994B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512" y="316353"/>
            <a:ext cx="656618" cy="65661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9AF2DB2-8AFC-6BA4-3190-9B059D203720}"/>
              </a:ext>
            </a:extLst>
          </p:cNvPr>
          <p:cNvSpPr txBox="1"/>
          <p:nvPr/>
        </p:nvSpPr>
        <p:spPr>
          <a:xfrm>
            <a:off x="532666" y="4866318"/>
            <a:ext cx="2628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postalapp.ru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3B456F99-3A25-C516-B11C-FB95930F89A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32" y="2062063"/>
            <a:ext cx="2590246" cy="2590244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 useBgFill="1">
        <p:nvSpPr>
          <p:cNvPr id="20" name="Рамка 19">
            <a:extLst>
              <a:ext uri="{FF2B5EF4-FFF2-40B4-BE49-F238E27FC236}">
                <a16:creationId xmlns:a16="http://schemas.microsoft.com/office/drawing/2014/main" id="{A952F172-C9B3-9478-98E9-080AD4001DF3}"/>
              </a:ext>
            </a:extLst>
          </p:cNvPr>
          <p:cNvSpPr/>
          <p:nvPr/>
        </p:nvSpPr>
        <p:spPr>
          <a:xfrm>
            <a:off x="199163" y="1789493"/>
            <a:ext cx="3135384" cy="3135384"/>
          </a:xfrm>
          <a:prstGeom prst="frame">
            <a:avLst>
              <a:gd name="adj1" fmla="val 9076"/>
            </a:avLst>
          </a:prstGeom>
          <a:ln>
            <a:noFill/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 useBgFill="1">
        <p:nvSpPr>
          <p:cNvPr id="46" name="Прямоугольник: усеченные противолежащие углы 45">
            <a:extLst>
              <a:ext uri="{FF2B5EF4-FFF2-40B4-BE49-F238E27FC236}">
                <a16:creationId xmlns:a16="http://schemas.microsoft.com/office/drawing/2014/main" id="{ABF7639E-4017-EB60-625C-211652DCE075}"/>
              </a:ext>
            </a:extLst>
          </p:cNvPr>
          <p:cNvSpPr/>
          <p:nvPr/>
        </p:nvSpPr>
        <p:spPr>
          <a:xfrm>
            <a:off x="3611230" y="3587117"/>
            <a:ext cx="3600030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E53871-0D96-0FBF-B118-B2407D3D2F2A}"/>
              </a:ext>
            </a:extLst>
          </p:cNvPr>
          <p:cNvSpPr txBox="1"/>
          <p:nvPr/>
        </p:nvSpPr>
        <p:spPr>
          <a:xfrm>
            <a:off x="3792187" y="3660671"/>
            <a:ext cx="3230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Информация</a:t>
            </a:r>
          </a:p>
        </p:txBody>
      </p:sp>
      <p:sp useBgFill="1">
        <p:nvSpPr>
          <p:cNvPr id="48" name="Прямоугольник: усеченные противолежащие углы 47">
            <a:extLst>
              <a:ext uri="{FF2B5EF4-FFF2-40B4-BE49-F238E27FC236}">
                <a16:creationId xmlns:a16="http://schemas.microsoft.com/office/drawing/2014/main" id="{D9BF600D-A3DB-FC9D-5F18-2E1D418DEC1E}"/>
              </a:ext>
            </a:extLst>
          </p:cNvPr>
          <p:cNvSpPr/>
          <p:nvPr/>
        </p:nvSpPr>
        <p:spPr>
          <a:xfrm>
            <a:off x="3988236" y="4466156"/>
            <a:ext cx="3440870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585E307-A153-9CC3-9418-0AB62E8DDD4B}"/>
              </a:ext>
            </a:extLst>
          </p:cNvPr>
          <p:cNvSpPr txBox="1"/>
          <p:nvPr/>
        </p:nvSpPr>
        <p:spPr>
          <a:xfrm>
            <a:off x="4169192" y="4539710"/>
            <a:ext cx="3042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Скачивание</a:t>
            </a:r>
          </a:p>
        </p:txBody>
      </p:sp>
      <p:sp useBgFill="1">
        <p:nvSpPr>
          <p:cNvPr id="50" name="Прямоугольник: усеченные противолежащие углы 49">
            <a:extLst>
              <a:ext uri="{FF2B5EF4-FFF2-40B4-BE49-F238E27FC236}">
                <a16:creationId xmlns:a16="http://schemas.microsoft.com/office/drawing/2014/main" id="{4A393BDE-1FFA-9F26-CFA7-03CA22F781F0}"/>
              </a:ext>
            </a:extLst>
          </p:cNvPr>
          <p:cNvSpPr/>
          <p:nvPr/>
        </p:nvSpPr>
        <p:spPr>
          <a:xfrm>
            <a:off x="4372534" y="5340641"/>
            <a:ext cx="3327065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97951F-51BD-9F61-A5BA-1E57DC814F33}"/>
              </a:ext>
            </a:extLst>
          </p:cNvPr>
          <p:cNvSpPr txBox="1"/>
          <p:nvPr/>
        </p:nvSpPr>
        <p:spPr>
          <a:xfrm>
            <a:off x="4553490" y="5414195"/>
            <a:ext cx="294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Управление</a:t>
            </a:r>
          </a:p>
        </p:txBody>
      </p:sp>
      <p:sp>
        <p:nvSpPr>
          <p:cNvPr id="52" name="Стрелка: шеврон 51">
            <a:extLst>
              <a:ext uri="{FF2B5EF4-FFF2-40B4-BE49-F238E27FC236}">
                <a16:creationId xmlns:a16="http://schemas.microsoft.com/office/drawing/2014/main" id="{44982E1A-464E-7E3D-7A06-A8661E97B357}"/>
              </a:ext>
            </a:extLst>
          </p:cNvPr>
          <p:cNvSpPr/>
          <p:nvPr/>
        </p:nvSpPr>
        <p:spPr>
          <a:xfrm>
            <a:off x="-7390831" y="3867330"/>
            <a:ext cx="3335181" cy="854199"/>
          </a:xfrm>
          <a:prstGeom prst="chevron">
            <a:avLst>
              <a:gd name="adj" fmla="val 42382"/>
            </a:avLst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Пользователь</a:t>
            </a:r>
          </a:p>
        </p:txBody>
      </p:sp>
      <p:sp>
        <p:nvSpPr>
          <p:cNvPr id="53" name="Стрелка: шеврон 52">
            <a:extLst>
              <a:ext uri="{FF2B5EF4-FFF2-40B4-BE49-F238E27FC236}">
                <a16:creationId xmlns:a16="http://schemas.microsoft.com/office/drawing/2014/main" id="{52C17B0C-4CA5-7EEB-0131-2738513A1AF5}"/>
              </a:ext>
            </a:extLst>
          </p:cNvPr>
          <p:cNvSpPr/>
          <p:nvPr/>
        </p:nvSpPr>
        <p:spPr>
          <a:xfrm>
            <a:off x="-4294779" y="3867330"/>
            <a:ext cx="3016835" cy="854199"/>
          </a:xfrm>
          <a:prstGeom prst="chevron">
            <a:avLst>
              <a:gd name="adj" fmla="val 4238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Модератор</a:t>
            </a:r>
          </a:p>
        </p:txBody>
      </p:sp>
      <p:sp>
        <p:nvSpPr>
          <p:cNvPr id="61" name="Стрелка: шеврон 60">
            <a:extLst>
              <a:ext uri="{FF2B5EF4-FFF2-40B4-BE49-F238E27FC236}">
                <a16:creationId xmlns:a16="http://schemas.microsoft.com/office/drawing/2014/main" id="{88122C19-90DB-3181-6881-50F820AEF80C}"/>
              </a:ext>
            </a:extLst>
          </p:cNvPr>
          <p:cNvSpPr/>
          <p:nvPr/>
        </p:nvSpPr>
        <p:spPr>
          <a:xfrm>
            <a:off x="-7064189" y="4802505"/>
            <a:ext cx="3761472" cy="854199"/>
          </a:xfrm>
          <a:prstGeom prst="chevron">
            <a:avLst>
              <a:gd name="adj" fmla="val 42382"/>
            </a:avLst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Администратор</a:t>
            </a:r>
          </a:p>
        </p:txBody>
      </p:sp>
      <p:sp>
        <p:nvSpPr>
          <p:cNvPr id="62" name="Стрелка: шеврон 61">
            <a:extLst>
              <a:ext uri="{FF2B5EF4-FFF2-40B4-BE49-F238E27FC236}">
                <a16:creationId xmlns:a16="http://schemas.microsoft.com/office/drawing/2014/main" id="{5A0B16EE-C5B4-82BD-6254-8E7764FD941E}"/>
              </a:ext>
            </a:extLst>
          </p:cNvPr>
          <p:cNvSpPr/>
          <p:nvPr/>
        </p:nvSpPr>
        <p:spPr>
          <a:xfrm>
            <a:off x="-3555002" y="4810429"/>
            <a:ext cx="2416569" cy="854199"/>
          </a:xfrm>
          <a:prstGeom prst="chevron">
            <a:avLst>
              <a:gd name="adj" fmla="val 4238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Главный</a:t>
            </a:r>
          </a:p>
        </p:txBody>
      </p:sp>
      <p:sp useBgFill="1">
        <p:nvSpPr>
          <p:cNvPr id="63" name="Прямоугольник: скругленные углы 62">
            <a:extLst>
              <a:ext uri="{FF2B5EF4-FFF2-40B4-BE49-F238E27FC236}">
                <a16:creationId xmlns:a16="http://schemas.microsoft.com/office/drawing/2014/main" id="{A44A8A31-A023-37C2-5109-BEE361F70307}"/>
              </a:ext>
            </a:extLst>
          </p:cNvPr>
          <p:cNvSpPr/>
          <p:nvPr/>
        </p:nvSpPr>
        <p:spPr>
          <a:xfrm>
            <a:off x="-6484957" y="1700383"/>
            <a:ext cx="4237185" cy="1578208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DAE49D5-E1A8-BBB6-CD57-4F23B0FEA11F}"/>
              </a:ext>
            </a:extLst>
          </p:cNvPr>
          <p:cNvSpPr txBox="1"/>
          <p:nvPr/>
        </p:nvSpPr>
        <p:spPr>
          <a:xfrm>
            <a:off x="-6404716" y="2469432"/>
            <a:ext cx="40767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Вход через 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Google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AC5F72E0-EC85-704C-15B7-8E203DCF13E9}"/>
              </a:ext>
            </a:extLst>
          </p:cNvPr>
          <p:cNvCxnSpPr>
            <a:cxnSpLocks/>
          </p:cNvCxnSpPr>
          <p:nvPr/>
        </p:nvCxnSpPr>
        <p:spPr>
          <a:xfrm>
            <a:off x="-6136635" y="2119368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66" name="Овал 65">
            <a:extLst>
              <a:ext uri="{FF2B5EF4-FFF2-40B4-BE49-F238E27FC236}">
                <a16:creationId xmlns:a16="http://schemas.microsoft.com/office/drawing/2014/main" id="{0A9F95EE-501D-66D1-DA9C-BD94096A4351}"/>
              </a:ext>
            </a:extLst>
          </p:cNvPr>
          <p:cNvSpPr/>
          <p:nvPr/>
        </p:nvSpPr>
        <p:spPr>
          <a:xfrm>
            <a:off x="-4678684" y="1814082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7" name="Рисунок 66">
            <a:extLst>
              <a:ext uri="{FF2B5EF4-FFF2-40B4-BE49-F238E27FC236}">
                <a16:creationId xmlns:a16="http://schemas.microsoft.com/office/drawing/2014/main" id="{E66055CE-932A-8C55-6908-26760F2E294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01641" y="1887410"/>
            <a:ext cx="463917" cy="46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926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0B536-9D98-E153-2516-530D0E8FD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CEFAF-07FC-8835-2952-78E6EDAF35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AF747C8-B703-42F2-4E63-3274E204D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490114">
            <a:off x="6029181" y="-1636946"/>
            <a:ext cx="13474494" cy="10293396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29" name="Freeform 67">
            <a:extLst>
              <a:ext uri="{FF2B5EF4-FFF2-40B4-BE49-F238E27FC236}">
                <a16:creationId xmlns:a16="http://schemas.microsoft.com/office/drawing/2014/main" id="{5F62F146-3143-AA47-A0A8-A7BEFA0DF229}"/>
              </a:ext>
            </a:extLst>
          </p:cNvPr>
          <p:cNvSpPr>
            <a:spLocks/>
          </p:cNvSpPr>
          <p:nvPr/>
        </p:nvSpPr>
        <p:spPr bwMode="auto">
          <a:xfrm rot="15880833">
            <a:off x="9628593" y="2039518"/>
            <a:ext cx="1485899" cy="4886835"/>
          </a:xfrm>
          <a:custGeom>
            <a:avLst/>
            <a:gdLst>
              <a:gd name="T0" fmla="*/ 0 w 5335"/>
              <a:gd name="T1" fmla="*/ 845 h 17266"/>
              <a:gd name="T2" fmla="*/ 5335 w 5335"/>
              <a:gd name="T3" fmla="*/ 0 h 17266"/>
              <a:gd name="T4" fmla="*/ 5335 w 5335"/>
              <a:gd name="T5" fmla="*/ 17266 h 17266"/>
              <a:gd name="T6" fmla="*/ 0 w 5335"/>
              <a:gd name="T7" fmla="*/ 845 h 17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35" h="17266">
                <a:moveTo>
                  <a:pt x="0" y="845"/>
                </a:moveTo>
                <a:cubicBezTo>
                  <a:pt x="1723" y="285"/>
                  <a:pt x="3523" y="0"/>
                  <a:pt x="5335" y="0"/>
                </a:cubicBezTo>
                <a:lnTo>
                  <a:pt x="5335" y="17266"/>
                </a:lnTo>
                <a:lnTo>
                  <a:pt x="0" y="845"/>
                </a:lnTo>
                <a:close/>
              </a:path>
            </a:pathLst>
          </a:custGeom>
          <a:solidFill>
            <a:srgbClr val="FFC0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" name="Freeform 67">
            <a:extLst>
              <a:ext uri="{FF2B5EF4-FFF2-40B4-BE49-F238E27FC236}">
                <a16:creationId xmlns:a16="http://schemas.microsoft.com/office/drawing/2014/main" id="{C5DA5FA8-67F1-B886-2C7A-6A2D373AF47B}"/>
              </a:ext>
            </a:extLst>
          </p:cNvPr>
          <p:cNvSpPr>
            <a:spLocks/>
          </p:cNvSpPr>
          <p:nvPr/>
        </p:nvSpPr>
        <p:spPr bwMode="auto">
          <a:xfrm rot="16982059">
            <a:off x="9444638" y="1262512"/>
            <a:ext cx="1485899" cy="4893176"/>
          </a:xfrm>
          <a:custGeom>
            <a:avLst/>
            <a:gdLst>
              <a:gd name="T0" fmla="*/ 0 w 5335"/>
              <a:gd name="T1" fmla="*/ 845 h 17266"/>
              <a:gd name="T2" fmla="*/ 5335 w 5335"/>
              <a:gd name="T3" fmla="*/ 0 h 17266"/>
              <a:gd name="T4" fmla="*/ 5335 w 5335"/>
              <a:gd name="T5" fmla="*/ 17266 h 17266"/>
              <a:gd name="T6" fmla="*/ 0 w 5335"/>
              <a:gd name="T7" fmla="*/ 845 h 17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35" h="17266">
                <a:moveTo>
                  <a:pt x="0" y="845"/>
                </a:moveTo>
                <a:cubicBezTo>
                  <a:pt x="1723" y="285"/>
                  <a:pt x="3523" y="0"/>
                  <a:pt x="5335" y="0"/>
                </a:cubicBezTo>
                <a:lnTo>
                  <a:pt x="5335" y="17266"/>
                </a:lnTo>
                <a:lnTo>
                  <a:pt x="0" y="845"/>
                </a:lnTo>
                <a:close/>
              </a:path>
            </a:pathLst>
          </a:custGeom>
          <a:solidFill>
            <a:srgbClr val="FFC0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30F5B422-F986-AB22-DA9E-47834A30A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122848">
            <a:off x="9309107" y="392885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32" name="Freeform 19">
            <a:extLst>
              <a:ext uri="{FF2B5EF4-FFF2-40B4-BE49-F238E27FC236}">
                <a16:creationId xmlns:a16="http://schemas.microsoft.com/office/drawing/2014/main" id="{FE1642A5-6A6B-2556-8571-7883BF7F7F38}"/>
              </a:ext>
            </a:extLst>
          </p:cNvPr>
          <p:cNvSpPr>
            <a:spLocks/>
          </p:cNvSpPr>
          <p:nvPr/>
        </p:nvSpPr>
        <p:spPr bwMode="auto">
          <a:xfrm rot="6178435">
            <a:off x="9812742" y="1753475"/>
            <a:ext cx="3135740" cy="2842189"/>
          </a:xfrm>
          <a:custGeom>
            <a:avLst/>
            <a:gdLst>
              <a:gd name="T0" fmla="*/ 11170 w 11170"/>
              <a:gd name="T1" fmla="*/ 7687 h 10107"/>
              <a:gd name="T2" fmla="*/ 0 w 11170"/>
              <a:gd name="T3" fmla="*/ 7687 h 10107"/>
              <a:gd name="T4" fmla="*/ 5585 w 11170"/>
              <a:gd name="T5" fmla="*/ 0 h 10107"/>
              <a:gd name="T6" fmla="*/ 11170 w 11170"/>
              <a:gd name="T7" fmla="*/ 7687 h 10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170" h="10107">
                <a:moveTo>
                  <a:pt x="11170" y="7687"/>
                </a:moveTo>
                <a:cubicBezTo>
                  <a:pt x="7840" y="10107"/>
                  <a:pt x="3331" y="10107"/>
                  <a:pt x="0" y="7687"/>
                </a:cubicBezTo>
                <a:lnTo>
                  <a:pt x="5585" y="0"/>
                </a:lnTo>
                <a:lnTo>
                  <a:pt x="11170" y="7687"/>
                </a:lnTo>
                <a:close/>
              </a:path>
            </a:pathLst>
          </a:custGeom>
          <a:solidFill>
            <a:srgbClr val="FFC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7237BE2-05D5-F4F9-ADCF-48F6098599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9650" y="3979567"/>
            <a:ext cx="1418948" cy="141894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1B01F9-2B6E-0F75-05BD-F99B451FC2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442" y="4188951"/>
            <a:ext cx="1714290" cy="141894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D507BD7-9A44-075E-963B-CA8AF45428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9052" y="2402180"/>
            <a:ext cx="1418948" cy="14189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F62D4A-E013-ABB9-10FD-052AF5E82B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8800" y="1049458"/>
            <a:ext cx="1418944" cy="141894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94C59AA-3245-891B-A1E9-D5D93F79146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7072" y="2148746"/>
            <a:ext cx="1418944" cy="14189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E8E0A8B-7531-4B10-4B5F-D91AB4512D1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6784" y="4502236"/>
            <a:ext cx="1098464" cy="10984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C481CCC-43D8-8C72-61B0-1C953ABE5BA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8755" y="5521368"/>
            <a:ext cx="1098464" cy="10984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C69732E-3E42-F4CD-66AE-A8EA40FFC80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0909" y="6435768"/>
            <a:ext cx="1098464" cy="109846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393D772-19E5-C7F3-DAB5-028136CAA10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400" y="6946900"/>
            <a:ext cx="1098464" cy="109846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1D6FF7B-2262-CC59-DFC7-BF19ED85440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2768" y="6858000"/>
            <a:ext cx="1098464" cy="109846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FFCB88E-B300-FA9D-3428-36ABB692C65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6306" y="5267029"/>
            <a:ext cx="1098464" cy="10984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8273675-FD4F-2EDC-A8BC-DB92ABF8666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831" y="6423068"/>
            <a:ext cx="1098464" cy="109846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388D623-0AD1-5C43-EB5D-5ADC37A4CFB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379" y="2658791"/>
            <a:ext cx="1098464" cy="109846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45A1092-4239-14EE-F43D-11AD89C2450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9817" y="1387676"/>
            <a:ext cx="1098466" cy="109846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4C219EE-3970-F0B1-212F-A29911CF18E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4605" y="242723"/>
            <a:ext cx="1089354" cy="108935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04ADED4-7AF5-9A61-DB2A-25B58A38E8E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8668" y="-1187364"/>
            <a:ext cx="1098464" cy="109846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345BCD4B-8397-C27E-4FF9-2C0078CC8C7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9453" y="-913892"/>
            <a:ext cx="1078992" cy="107899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70F59CB-D9E0-8CF2-C6B5-01E97DFA3E3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3216" y="254000"/>
            <a:ext cx="1088220" cy="108822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06BB7A94-A014-8FC2-0211-6915A893649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84410" y="2630459"/>
            <a:ext cx="1088220" cy="108822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27E5101-70C3-F743-C873-98D0D12EDBC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5353" y="-675312"/>
            <a:ext cx="1088220" cy="108822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638A3D1-C52C-FDDE-3547-EB6C66B661A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9595" y="3969482"/>
            <a:ext cx="1088220" cy="1088220"/>
          </a:xfrm>
          <a:prstGeom prst="rect">
            <a:avLst/>
          </a:prstGeom>
        </p:spPr>
      </p:pic>
      <p:sp>
        <p:nvSpPr>
          <p:cNvPr id="2" name="Параллелограмм 1">
            <a:extLst>
              <a:ext uri="{FF2B5EF4-FFF2-40B4-BE49-F238E27FC236}">
                <a16:creationId xmlns:a16="http://schemas.microsoft.com/office/drawing/2014/main" id="{959D53A8-4B87-7D5C-AB94-2A0899F957D0}"/>
              </a:ext>
            </a:extLst>
          </p:cNvPr>
          <p:cNvSpPr/>
          <p:nvPr/>
        </p:nvSpPr>
        <p:spPr>
          <a:xfrm>
            <a:off x="170243" y="223737"/>
            <a:ext cx="3878393" cy="85419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: скругленные верхние углы 15">
            <a:extLst>
              <a:ext uri="{FF2B5EF4-FFF2-40B4-BE49-F238E27FC236}">
                <a16:creationId xmlns:a16="http://schemas.microsoft.com/office/drawing/2014/main" id="{A88DC599-0A50-AE4A-ABA7-31728FB550DC}"/>
              </a:ext>
            </a:extLst>
          </p:cNvPr>
          <p:cNvSpPr/>
          <p:nvPr/>
        </p:nvSpPr>
        <p:spPr>
          <a:xfrm rot="5400000">
            <a:off x="3593051" y="67025"/>
            <a:ext cx="853974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араллелограмм 19">
            <a:extLst>
              <a:ext uri="{FF2B5EF4-FFF2-40B4-BE49-F238E27FC236}">
                <a16:creationId xmlns:a16="http://schemas.microsoft.com/office/drawing/2014/main" id="{208FBAD7-6C31-93B8-53E9-5B9AEC48B48C}"/>
              </a:ext>
            </a:extLst>
          </p:cNvPr>
          <p:cNvSpPr/>
          <p:nvPr/>
        </p:nvSpPr>
        <p:spPr>
          <a:xfrm>
            <a:off x="456446" y="312197"/>
            <a:ext cx="3138228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F9DC71-444F-F0CB-67CE-CA320F770244}"/>
              </a:ext>
            </a:extLst>
          </p:cNvPr>
          <p:cNvSpPr txBox="1"/>
          <p:nvPr/>
        </p:nvSpPr>
        <p:spPr>
          <a:xfrm>
            <a:off x="737173" y="220606"/>
            <a:ext cx="26271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Веб-сайт</a:t>
            </a:r>
          </a:p>
        </p:txBody>
      </p:sp>
      <p:sp>
        <p:nvSpPr>
          <p:cNvPr id="33" name="Параллелограмм 32">
            <a:extLst>
              <a:ext uri="{FF2B5EF4-FFF2-40B4-BE49-F238E27FC236}">
                <a16:creationId xmlns:a16="http://schemas.microsoft.com/office/drawing/2014/main" id="{1F5D2200-E0FF-C41B-4A66-41FCE4E93C8A}"/>
              </a:ext>
            </a:extLst>
          </p:cNvPr>
          <p:cNvSpPr/>
          <p:nvPr/>
        </p:nvSpPr>
        <p:spPr>
          <a:xfrm>
            <a:off x="1027525" y="1103285"/>
            <a:ext cx="1551305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B072B0F-D935-171F-5CFA-E2B03474ADF3}"/>
              </a:ext>
            </a:extLst>
          </p:cNvPr>
          <p:cNvSpPr txBox="1"/>
          <p:nvPr/>
        </p:nvSpPr>
        <p:spPr>
          <a:xfrm>
            <a:off x="1223341" y="1027860"/>
            <a:ext cx="11678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Роли</a:t>
            </a: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EFA1522B-7F51-16E1-2927-3F745141870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512" y="316353"/>
            <a:ext cx="656618" cy="656618"/>
          </a:xfrm>
          <a:prstGeom prst="rect">
            <a:avLst/>
          </a:prstGeom>
        </p:spPr>
      </p:pic>
      <p:sp useBgFill="1">
        <p:nvSpPr>
          <p:cNvPr id="40" name="Прямоугольник: усеченные противолежащие углы 39">
            <a:extLst>
              <a:ext uri="{FF2B5EF4-FFF2-40B4-BE49-F238E27FC236}">
                <a16:creationId xmlns:a16="http://schemas.microsoft.com/office/drawing/2014/main" id="{7CA27792-7BCF-C02E-2E30-5064E477AAB3}"/>
              </a:ext>
            </a:extLst>
          </p:cNvPr>
          <p:cNvSpPr/>
          <p:nvPr/>
        </p:nvSpPr>
        <p:spPr>
          <a:xfrm>
            <a:off x="123035" y="10902854"/>
            <a:ext cx="3438651" cy="569484"/>
          </a:xfrm>
          <a:prstGeom prst="snip2DiagRect">
            <a:avLst>
              <a:gd name="adj1" fmla="val 0"/>
              <a:gd name="adj2" fmla="val 50000"/>
            </a:avLst>
          </a:prstGeom>
          <a:ln>
            <a:noFill/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308A6E-0A99-3F8D-5775-1531089A4001}"/>
              </a:ext>
            </a:extLst>
          </p:cNvPr>
          <p:cNvSpPr txBox="1"/>
          <p:nvPr/>
        </p:nvSpPr>
        <p:spPr>
          <a:xfrm>
            <a:off x="458841" y="10839410"/>
            <a:ext cx="2628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postalapp.ru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13726E3C-5993-4EB5-BF05-0D8BD147C5C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07" y="8035155"/>
            <a:ext cx="2590246" cy="2590244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 useBgFill="1">
        <p:nvSpPr>
          <p:cNvPr id="43" name="Рамка 42">
            <a:extLst>
              <a:ext uri="{FF2B5EF4-FFF2-40B4-BE49-F238E27FC236}">
                <a16:creationId xmlns:a16="http://schemas.microsoft.com/office/drawing/2014/main" id="{FC23D4FA-79A6-C7BF-4637-1AE095477C5C}"/>
              </a:ext>
            </a:extLst>
          </p:cNvPr>
          <p:cNvSpPr/>
          <p:nvPr/>
        </p:nvSpPr>
        <p:spPr>
          <a:xfrm>
            <a:off x="125338" y="7762585"/>
            <a:ext cx="3135384" cy="3135384"/>
          </a:xfrm>
          <a:prstGeom prst="frame">
            <a:avLst>
              <a:gd name="adj1" fmla="val 9076"/>
            </a:avLst>
          </a:prstGeom>
          <a:ln>
            <a:noFill/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 useBgFill="1">
        <p:nvSpPr>
          <p:cNvPr id="44" name="Прямоугольник: усеченные противолежащие углы 43">
            <a:extLst>
              <a:ext uri="{FF2B5EF4-FFF2-40B4-BE49-F238E27FC236}">
                <a16:creationId xmlns:a16="http://schemas.microsoft.com/office/drawing/2014/main" id="{1EE8017E-2B95-2A3E-D8C8-2DA5B5569E9A}"/>
              </a:ext>
            </a:extLst>
          </p:cNvPr>
          <p:cNvSpPr/>
          <p:nvPr/>
        </p:nvSpPr>
        <p:spPr>
          <a:xfrm>
            <a:off x="3537405" y="9560209"/>
            <a:ext cx="3600030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A8EB3A0-A78C-4D7F-FB53-5D43B6719055}"/>
              </a:ext>
            </a:extLst>
          </p:cNvPr>
          <p:cNvSpPr txBox="1"/>
          <p:nvPr/>
        </p:nvSpPr>
        <p:spPr>
          <a:xfrm>
            <a:off x="3718362" y="9633763"/>
            <a:ext cx="32306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Информация</a:t>
            </a:r>
          </a:p>
        </p:txBody>
      </p:sp>
      <p:sp useBgFill="1">
        <p:nvSpPr>
          <p:cNvPr id="46" name="Прямоугольник: усеченные противолежащие углы 45">
            <a:extLst>
              <a:ext uri="{FF2B5EF4-FFF2-40B4-BE49-F238E27FC236}">
                <a16:creationId xmlns:a16="http://schemas.microsoft.com/office/drawing/2014/main" id="{6D34D7C4-D19E-D3FC-9FF7-12CB5C338556}"/>
              </a:ext>
            </a:extLst>
          </p:cNvPr>
          <p:cNvSpPr/>
          <p:nvPr/>
        </p:nvSpPr>
        <p:spPr>
          <a:xfrm>
            <a:off x="3914411" y="10439248"/>
            <a:ext cx="3440870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E2FA39-2398-AFF8-81DC-86A162723E8D}"/>
              </a:ext>
            </a:extLst>
          </p:cNvPr>
          <p:cNvSpPr txBox="1"/>
          <p:nvPr/>
        </p:nvSpPr>
        <p:spPr>
          <a:xfrm>
            <a:off x="4095367" y="10512802"/>
            <a:ext cx="3042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Скачивание</a:t>
            </a:r>
          </a:p>
        </p:txBody>
      </p:sp>
      <p:sp useBgFill="1">
        <p:nvSpPr>
          <p:cNvPr id="48" name="Прямоугольник: усеченные противолежащие углы 47">
            <a:extLst>
              <a:ext uri="{FF2B5EF4-FFF2-40B4-BE49-F238E27FC236}">
                <a16:creationId xmlns:a16="http://schemas.microsoft.com/office/drawing/2014/main" id="{7D9E8608-A4FC-6B07-E195-13DF8DA4A590}"/>
              </a:ext>
            </a:extLst>
          </p:cNvPr>
          <p:cNvSpPr/>
          <p:nvPr/>
        </p:nvSpPr>
        <p:spPr>
          <a:xfrm>
            <a:off x="4298709" y="11313733"/>
            <a:ext cx="3327065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76C586-D85F-C11F-A42D-6B4A20E24D2E}"/>
              </a:ext>
            </a:extLst>
          </p:cNvPr>
          <p:cNvSpPr txBox="1"/>
          <p:nvPr/>
        </p:nvSpPr>
        <p:spPr>
          <a:xfrm>
            <a:off x="4479665" y="11387287"/>
            <a:ext cx="29416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Управление</a:t>
            </a:r>
          </a:p>
        </p:txBody>
      </p:sp>
      <p:sp>
        <p:nvSpPr>
          <p:cNvPr id="50" name="Стрелка: шеврон 49">
            <a:extLst>
              <a:ext uri="{FF2B5EF4-FFF2-40B4-BE49-F238E27FC236}">
                <a16:creationId xmlns:a16="http://schemas.microsoft.com/office/drawing/2014/main" id="{35C005B7-40BA-1F74-8F8D-7590A4DE9465}"/>
              </a:ext>
            </a:extLst>
          </p:cNvPr>
          <p:cNvSpPr/>
          <p:nvPr/>
        </p:nvSpPr>
        <p:spPr>
          <a:xfrm>
            <a:off x="798689" y="4268590"/>
            <a:ext cx="3335181" cy="854199"/>
          </a:xfrm>
          <a:prstGeom prst="chevron">
            <a:avLst>
              <a:gd name="adj" fmla="val 42382"/>
            </a:avLst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Пользователь</a:t>
            </a:r>
          </a:p>
        </p:txBody>
      </p:sp>
      <p:sp>
        <p:nvSpPr>
          <p:cNvPr id="51" name="Стрелка: шеврон 50">
            <a:extLst>
              <a:ext uri="{FF2B5EF4-FFF2-40B4-BE49-F238E27FC236}">
                <a16:creationId xmlns:a16="http://schemas.microsoft.com/office/drawing/2014/main" id="{A911BA49-69B1-9EB0-6888-2F6C3536B16E}"/>
              </a:ext>
            </a:extLst>
          </p:cNvPr>
          <p:cNvSpPr/>
          <p:nvPr/>
        </p:nvSpPr>
        <p:spPr>
          <a:xfrm>
            <a:off x="3894741" y="4268590"/>
            <a:ext cx="3016835" cy="854199"/>
          </a:xfrm>
          <a:prstGeom prst="chevron">
            <a:avLst>
              <a:gd name="adj" fmla="val 4238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Модератор</a:t>
            </a:r>
          </a:p>
        </p:txBody>
      </p:sp>
      <p:sp>
        <p:nvSpPr>
          <p:cNvPr id="52" name="Стрелка: шеврон 51">
            <a:extLst>
              <a:ext uri="{FF2B5EF4-FFF2-40B4-BE49-F238E27FC236}">
                <a16:creationId xmlns:a16="http://schemas.microsoft.com/office/drawing/2014/main" id="{20242469-41CE-1E14-E487-3B174F1D9453}"/>
              </a:ext>
            </a:extLst>
          </p:cNvPr>
          <p:cNvSpPr/>
          <p:nvPr/>
        </p:nvSpPr>
        <p:spPr>
          <a:xfrm>
            <a:off x="1125331" y="5203765"/>
            <a:ext cx="3761472" cy="854199"/>
          </a:xfrm>
          <a:prstGeom prst="chevron">
            <a:avLst>
              <a:gd name="adj" fmla="val 42382"/>
            </a:avLst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Администратор</a:t>
            </a:r>
          </a:p>
        </p:txBody>
      </p:sp>
      <p:sp>
        <p:nvSpPr>
          <p:cNvPr id="53" name="Стрелка: шеврон 52">
            <a:extLst>
              <a:ext uri="{FF2B5EF4-FFF2-40B4-BE49-F238E27FC236}">
                <a16:creationId xmlns:a16="http://schemas.microsoft.com/office/drawing/2014/main" id="{F9A01995-38C0-2BCD-392F-6340238610A7}"/>
              </a:ext>
            </a:extLst>
          </p:cNvPr>
          <p:cNvSpPr/>
          <p:nvPr/>
        </p:nvSpPr>
        <p:spPr>
          <a:xfrm>
            <a:off x="4634518" y="5211689"/>
            <a:ext cx="2416569" cy="854199"/>
          </a:xfrm>
          <a:prstGeom prst="chevron">
            <a:avLst>
              <a:gd name="adj" fmla="val 4238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Главный</a:t>
            </a:r>
          </a:p>
        </p:txBody>
      </p:sp>
      <p:sp useBgFill="1">
        <p:nvSpPr>
          <p:cNvPr id="54" name="Прямоугольник: скругленные углы 53">
            <a:extLst>
              <a:ext uri="{FF2B5EF4-FFF2-40B4-BE49-F238E27FC236}">
                <a16:creationId xmlns:a16="http://schemas.microsoft.com/office/drawing/2014/main" id="{B151B61F-644B-ED5F-2054-1298D18C6962}"/>
              </a:ext>
            </a:extLst>
          </p:cNvPr>
          <p:cNvSpPr/>
          <p:nvPr/>
        </p:nvSpPr>
        <p:spPr>
          <a:xfrm>
            <a:off x="1704563" y="2101643"/>
            <a:ext cx="4237185" cy="1578208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EFAA763-EDF6-BB2F-BD77-1AAB546B11C1}"/>
              </a:ext>
            </a:extLst>
          </p:cNvPr>
          <p:cNvSpPr txBox="1"/>
          <p:nvPr/>
        </p:nvSpPr>
        <p:spPr>
          <a:xfrm>
            <a:off x="1784804" y="2870692"/>
            <a:ext cx="40767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Вход через 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Google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cxnSp>
        <p:nvCxnSpPr>
          <p:cNvPr id="56" name="Прямая соединительная линия 55">
            <a:extLst>
              <a:ext uri="{FF2B5EF4-FFF2-40B4-BE49-F238E27FC236}">
                <a16:creationId xmlns:a16="http://schemas.microsoft.com/office/drawing/2014/main" id="{92B66CF9-82B2-3B2A-FF7A-4A940A6D208B}"/>
              </a:ext>
            </a:extLst>
          </p:cNvPr>
          <p:cNvCxnSpPr>
            <a:cxnSpLocks/>
          </p:cNvCxnSpPr>
          <p:nvPr/>
        </p:nvCxnSpPr>
        <p:spPr>
          <a:xfrm>
            <a:off x="2052885" y="2520628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57" name="Овал 56">
            <a:extLst>
              <a:ext uri="{FF2B5EF4-FFF2-40B4-BE49-F238E27FC236}">
                <a16:creationId xmlns:a16="http://schemas.microsoft.com/office/drawing/2014/main" id="{CD9651A0-A1D5-258C-F216-0A783F8CE126}"/>
              </a:ext>
            </a:extLst>
          </p:cNvPr>
          <p:cNvSpPr/>
          <p:nvPr/>
        </p:nvSpPr>
        <p:spPr>
          <a:xfrm>
            <a:off x="3510836" y="2215342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B9D82379-7FD5-DFFE-6768-06A0D24AD54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879" y="2288670"/>
            <a:ext cx="463917" cy="463917"/>
          </a:xfrm>
          <a:prstGeom prst="rect">
            <a:avLst/>
          </a:prstGeom>
        </p:spPr>
      </p:pic>
      <p:sp useBgFill="1">
        <p:nvSpPr>
          <p:cNvPr id="59" name="Прямоугольник: скругленные углы 58">
            <a:extLst>
              <a:ext uri="{FF2B5EF4-FFF2-40B4-BE49-F238E27FC236}">
                <a16:creationId xmlns:a16="http://schemas.microsoft.com/office/drawing/2014/main" id="{25DAD5E0-21E5-4C55-03C5-A8D388418BBB}"/>
              </a:ext>
            </a:extLst>
          </p:cNvPr>
          <p:cNvSpPr/>
          <p:nvPr/>
        </p:nvSpPr>
        <p:spPr>
          <a:xfrm>
            <a:off x="-7784954" y="1800684"/>
            <a:ext cx="4237185" cy="2023525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2A0CD0-A120-F447-3639-BD07E7ECF5C4}"/>
              </a:ext>
            </a:extLst>
          </p:cNvPr>
          <p:cNvSpPr txBox="1"/>
          <p:nvPr/>
        </p:nvSpPr>
        <p:spPr>
          <a:xfrm>
            <a:off x="-7704713" y="2569733"/>
            <a:ext cx="40767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Заявки:</a:t>
            </a:r>
            <a:b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</a:br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одобрить / отклонить</a:t>
            </a:r>
          </a:p>
        </p:txBody>
      </p: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257BD0B6-C78E-614C-627B-8A1D1A04F515}"/>
              </a:ext>
            </a:extLst>
          </p:cNvPr>
          <p:cNvCxnSpPr>
            <a:cxnSpLocks/>
          </p:cNvCxnSpPr>
          <p:nvPr/>
        </p:nvCxnSpPr>
        <p:spPr>
          <a:xfrm>
            <a:off x="-7436632" y="2219669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62" name="Овал 61">
            <a:extLst>
              <a:ext uri="{FF2B5EF4-FFF2-40B4-BE49-F238E27FC236}">
                <a16:creationId xmlns:a16="http://schemas.microsoft.com/office/drawing/2014/main" id="{3E5D8C11-3ECB-AD7E-7D15-B5DD6A4AEB65}"/>
              </a:ext>
            </a:extLst>
          </p:cNvPr>
          <p:cNvSpPr/>
          <p:nvPr/>
        </p:nvSpPr>
        <p:spPr>
          <a:xfrm>
            <a:off x="-5978681" y="1914383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65BE6485-3D7F-B8A4-8AAC-18277D0947D9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01638" y="1987711"/>
            <a:ext cx="463917" cy="463917"/>
          </a:xfrm>
          <a:prstGeom prst="rect">
            <a:avLst/>
          </a:prstGeom>
        </p:spPr>
      </p:pic>
      <p:sp useBgFill="1">
        <p:nvSpPr>
          <p:cNvPr id="64" name="Прямоугольник: скругленные углы 63">
            <a:extLst>
              <a:ext uri="{FF2B5EF4-FFF2-40B4-BE49-F238E27FC236}">
                <a16:creationId xmlns:a16="http://schemas.microsoft.com/office/drawing/2014/main" id="{0D0497B6-A8CF-4B4D-8BAA-B4E0E9F65827}"/>
              </a:ext>
            </a:extLst>
          </p:cNvPr>
          <p:cNvSpPr/>
          <p:nvPr/>
        </p:nvSpPr>
        <p:spPr>
          <a:xfrm>
            <a:off x="-4955114" y="4090233"/>
            <a:ext cx="4237185" cy="2435739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F0011A-8FBB-A1C8-A1BE-8CBA1F89920C}"/>
              </a:ext>
            </a:extLst>
          </p:cNvPr>
          <p:cNvSpPr txBox="1"/>
          <p:nvPr/>
        </p:nvSpPr>
        <p:spPr>
          <a:xfrm>
            <a:off x="-4874873" y="4859282"/>
            <a:ext cx="40767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Пользователи:</a:t>
            </a:r>
            <a:b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</a:br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сменить роль, поиск, статистика</a:t>
            </a:r>
          </a:p>
        </p:txBody>
      </p: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66E715C8-2B9E-469E-32B6-36BFF128C141}"/>
              </a:ext>
            </a:extLst>
          </p:cNvPr>
          <p:cNvCxnSpPr>
            <a:cxnSpLocks/>
          </p:cNvCxnSpPr>
          <p:nvPr/>
        </p:nvCxnSpPr>
        <p:spPr>
          <a:xfrm>
            <a:off x="-4606792" y="4509218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67" name="Овал 66">
            <a:extLst>
              <a:ext uri="{FF2B5EF4-FFF2-40B4-BE49-F238E27FC236}">
                <a16:creationId xmlns:a16="http://schemas.microsoft.com/office/drawing/2014/main" id="{8C15C6BE-5D6A-76FD-B545-6AA69C1C298E}"/>
              </a:ext>
            </a:extLst>
          </p:cNvPr>
          <p:cNvSpPr/>
          <p:nvPr/>
        </p:nvSpPr>
        <p:spPr>
          <a:xfrm>
            <a:off x="-3148841" y="4203932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0B6A8C9A-F77D-B5FE-AF44-F7B98A8BF8C5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71798" y="4277260"/>
            <a:ext cx="463917" cy="46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222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72B04-05AF-5BAC-335C-DC1A2AC86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C1CAB1E-C6B7-304F-883F-94954ED96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5F302DAF-972B-EAF1-906E-417D855A29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272841">
            <a:off x="6029181" y="-1636946"/>
            <a:ext cx="13474494" cy="10293396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50" name="Freeform 67">
            <a:extLst>
              <a:ext uri="{FF2B5EF4-FFF2-40B4-BE49-F238E27FC236}">
                <a16:creationId xmlns:a16="http://schemas.microsoft.com/office/drawing/2014/main" id="{4EC20F28-FA68-8D2E-4D91-078C425CD0F8}"/>
              </a:ext>
            </a:extLst>
          </p:cNvPr>
          <p:cNvSpPr>
            <a:spLocks/>
          </p:cNvSpPr>
          <p:nvPr/>
        </p:nvSpPr>
        <p:spPr bwMode="auto">
          <a:xfrm rot="15746161">
            <a:off x="9670449" y="2139416"/>
            <a:ext cx="1489708" cy="4894172"/>
          </a:xfrm>
          <a:custGeom>
            <a:avLst/>
            <a:gdLst>
              <a:gd name="T0" fmla="*/ 0 w 5335"/>
              <a:gd name="T1" fmla="*/ 845 h 17266"/>
              <a:gd name="T2" fmla="*/ 5335 w 5335"/>
              <a:gd name="T3" fmla="*/ 0 h 17266"/>
              <a:gd name="T4" fmla="*/ 5335 w 5335"/>
              <a:gd name="T5" fmla="*/ 17266 h 17266"/>
              <a:gd name="T6" fmla="*/ 0 w 5335"/>
              <a:gd name="T7" fmla="*/ 845 h 17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35" h="17266">
                <a:moveTo>
                  <a:pt x="0" y="845"/>
                </a:moveTo>
                <a:cubicBezTo>
                  <a:pt x="1723" y="285"/>
                  <a:pt x="3523" y="0"/>
                  <a:pt x="5335" y="0"/>
                </a:cubicBezTo>
                <a:lnTo>
                  <a:pt x="5335" y="17266"/>
                </a:lnTo>
                <a:lnTo>
                  <a:pt x="0" y="845"/>
                </a:lnTo>
                <a:close/>
              </a:path>
            </a:pathLst>
          </a:custGeom>
          <a:solidFill>
            <a:srgbClr val="FFC0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9" name="Freeform 67">
            <a:extLst>
              <a:ext uri="{FF2B5EF4-FFF2-40B4-BE49-F238E27FC236}">
                <a16:creationId xmlns:a16="http://schemas.microsoft.com/office/drawing/2014/main" id="{B5C345D9-F168-2D54-128F-FCB55F38C91A}"/>
              </a:ext>
            </a:extLst>
          </p:cNvPr>
          <p:cNvSpPr>
            <a:spLocks/>
          </p:cNvSpPr>
          <p:nvPr/>
        </p:nvSpPr>
        <p:spPr bwMode="auto">
          <a:xfrm rot="16833933">
            <a:off x="9452159" y="1355784"/>
            <a:ext cx="1485899" cy="4897106"/>
          </a:xfrm>
          <a:custGeom>
            <a:avLst/>
            <a:gdLst>
              <a:gd name="T0" fmla="*/ 0 w 5335"/>
              <a:gd name="T1" fmla="*/ 845 h 17266"/>
              <a:gd name="T2" fmla="*/ 5335 w 5335"/>
              <a:gd name="T3" fmla="*/ 0 h 17266"/>
              <a:gd name="T4" fmla="*/ 5335 w 5335"/>
              <a:gd name="T5" fmla="*/ 17266 h 17266"/>
              <a:gd name="T6" fmla="*/ 0 w 5335"/>
              <a:gd name="T7" fmla="*/ 845 h 17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35" h="17266">
                <a:moveTo>
                  <a:pt x="0" y="845"/>
                </a:moveTo>
                <a:cubicBezTo>
                  <a:pt x="1723" y="285"/>
                  <a:pt x="3523" y="0"/>
                  <a:pt x="5335" y="0"/>
                </a:cubicBezTo>
                <a:lnTo>
                  <a:pt x="5335" y="17266"/>
                </a:lnTo>
                <a:lnTo>
                  <a:pt x="0" y="845"/>
                </a:lnTo>
                <a:close/>
              </a:path>
            </a:pathLst>
          </a:custGeom>
          <a:solidFill>
            <a:srgbClr val="FFC0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E3E48D3C-505E-752A-DA98-783F7DDAC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905575">
            <a:off x="9309107" y="392885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53" name="Freeform 19">
            <a:extLst>
              <a:ext uri="{FF2B5EF4-FFF2-40B4-BE49-F238E27FC236}">
                <a16:creationId xmlns:a16="http://schemas.microsoft.com/office/drawing/2014/main" id="{57702A5A-C9A9-2A8E-BD3C-4E8DEA89CA21}"/>
              </a:ext>
            </a:extLst>
          </p:cNvPr>
          <p:cNvSpPr>
            <a:spLocks/>
          </p:cNvSpPr>
          <p:nvPr/>
        </p:nvSpPr>
        <p:spPr bwMode="auto">
          <a:xfrm rot="4930840">
            <a:off x="9790641" y="2263594"/>
            <a:ext cx="3135740" cy="2842189"/>
          </a:xfrm>
          <a:custGeom>
            <a:avLst/>
            <a:gdLst>
              <a:gd name="T0" fmla="*/ 11170 w 11170"/>
              <a:gd name="T1" fmla="*/ 7687 h 10107"/>
              <a:gd name="T2" fmla="*/ 0 w 11170"/>
              <a:gd name="T3" fmla="*/ 7687 h 10107"/>
              <a:gd name="T4" fmla="*/ 5585 w 11170"/>
              <a:gd name="T5" fmla="*/ 0 h 10107"/>
              <a:gd name="T6" fmla="*/ 11170 w 11170"/>
              <a:gd name="T7" fmla="*/ 7687 h 10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170" h="10107">
                <a:moveTo>
                  <a:pt x="11170" y="7687"/>
                </a:moveTo>
                <a:cubicBezTo>
                  <a:pt x="7840" y="10107"/>
                  <a:pt x="3331" y="10107"/>
                  <a:pt x="0" y="7687"/>
                </a:cubicBezTo>
                <a:lnTo>
                  <a:pt x="5585" y="0"/>
                </a:lnTo>
                <a:lnTo>
                  <a:pt x="11170" y="7687"/>
                </a:lnTo>
                <a:close/>
              </a:path>
            </a:pathLst>
          </a:custGeom>
          <a:solidFill>
            <a:srgbClr val="FFC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FD2BEA6-9798-1C81-21B2-995674AE6C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5250" y="3484267"/>
            <a:ext cx="1418948" cy="1418948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526C74E-033A-721C-C2A8-8FDEC6EC90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9842" y="4392151"/>
            <a:ext cx="1714290" cy="1418944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D4421893-D819-749B-36BB-8D7DDDAFA42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052" y="2935580"/>
            <a:ext cx="1418948" cy="1418948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1D58BCA-1629-02D2-C834-73080D5FF2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3628" y="1239958"/>
            <a:ext cx="1418944" cy="1418944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1F5A87BC-4F23-12FF-F9B0-A9BE9741D6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2572" y="1653446"/>
            <a:ext cx="1418944" cy="1418944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2BFEDCEC-1A58-6891-35BD-837BCE5188D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3184" y="3054436"/>
            <a:ext cx="1098464" cy="1098464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88DACA57-A851-2C79-FAC0-8A8296AFD28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54255" y="4276768"/>
            <a:ext cx="1098464" cy="1098464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737621F4-21BF-0A5A-67AD-F4BEC3F5454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2009" y="5495968"/>
            <a:ext cx="1098464" cy="1098464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4E30DD23-0319-2982-DA18-BC8BCABA6B7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03400" y="6308768"/>
            <a:ext cx="1098464" cy="1098464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70EEF2AA-A7E3-05A9-A383-1BE5079D2DC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0568" y="6858000"/>
            <a:ext cx="1098464" cy="1098464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BD5D46DD-5808-47D1-4A6C-D7715DD71BA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6606" y="6219868"/>
            <a:ext cx="1098464" cy="1098464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22825F10-BE09-7DD8-8A25-C95D37F4435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368" y="6858000"/>
            <a:ext cx="1098464" cy="109846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61D9213-666E-2E04-7879-4046161EA2A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2279" y="4119291"/>
            <a:ext cx="1098464" cy="1098464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A8F4AADF-1DB8-3E7C-9ED3-6C1693EF403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117" y="2822776"/>
            <a:ext cx="1098466" cy="1098466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8EFBF0B6-97BA-2B49-6720-560B4DD6A842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805" y="1550823"/>
            <a:ext cx="1089354" cy="1089354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7CF7C521-F3A4-DF81-3221-4034884EB5A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8168" y="-676232"/>
            <a:ext cx="1098464" cy="1098464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329E0732-620F-FFB5-FC41-9E445990259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-1180592"/>
            <a:ext cx="1078992" cy="1078992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AC51861C-24A5-7FCF-8788-B918ABCA8C2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7516" y="-544110"/>
            <a:ext cx="1088220" cy="108822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C0BA6C5-33D1-8ACA-FEAD-B4C144DA75C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10" y="1182659"/>
            <a:ext cx="1088220" cy="1088220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E51527D7-8371-6589-54A1-71D62B635F6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888" y="296578"/>
            <a:ext cx="1088220" cy="1088220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8F76F06F-8353-8E92-8AD1-C5B2136EA0A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1678" y="5306841"/>
            <a:ext cx="1088220" cy="1088220"/>
          </a:xfrm>
          <a:prstGeom prst="rect">
            <a:avLst/>
          </a:prstGeom>
        </p:spPr>
      </p:pic>
      <p:sp>
        <p:nvSpPr>
          <p:cNvPr id="3" name="Параллелограмм 2">
            <a:extLst>
              <a:ext uri="{FF2B5EF4-FFF2-40B4-BE49-F238E27FC236}">
                <a16:creationId xmlns:a16="http://schemas.microsoft.com/office/drawing/2014/main" id="{C9515A9F-B39B-896B-3BE2-4B44A85031FE}"/>
              </a:ext>
            </a:extLst>
          </p:cNvPr>
          <p:cNvSpPr/>
          <p:nvPr/>
        </p:nvSpPr>
        <p:spPr>
          <a:xfrm>
            <a:off x="170243" y="223737"/>
            <a:ext cx="3878393" cy="85419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: скругленные верхние углы 3">
            <a:extLst>
              <a:ext uri="{FF2B5EF4-FFF2-40B4-BE49-F238E27FC236}">
                <a16:creationId xmlns:a16="http://schemas.microsoft.com/office/drawing/2014/main" id="{1AB94437-2CC4-38D7-96FE-9B988420022D}"/>
              </a:ext>
            </a:extLst>
          </p:cNvPr>
          <p:cNvSpPr/>
          <p:nvPr/>
        </p:nvSpPr>
        <p:spPr>
          <a:xfrm rot="5400000">
            <a:off x="3593051" y="67025"/>
            <a:ext cx="853974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араллелограмм 4">
            <a:extLst>
              <a:ext uri="{FF2B5EF4-FFF2-40B4-BE49-F238E27FC236}">
                <a16:creationId xmlns:a16="http://schemas.microsoft.com/office/drawing/2014/main" id="{2FC0281B-FE88-2A78-434E-DEEEBE67FE7C}"/>
              </a:ext>
            </a:extLst>
          </p:cNvPr>
          <p:cNvSpPr/>
          <p:nvPr/>
        </p:nvSpPr>
        <p:spPr>
          <a:xfrm>
            <a:off x="456446" y="312197"/>
            <a:ext cx="3138228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4130B1-7A37-62E3-A01C-CA93C467776C}"/>
              </a:ext>
            </a:extLst>
          </p:cNvPr>
          <p:cNvSpPr txBox="1"/>
          <p:nvPr/>
        </p:nvSpPr>
        <p:spPr>
          <a:xfrm>
            <a:off x="737173" y="220606"/>
            <a:ext cx="26271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Веб-сайт</a:t>
            </a:r>
          </a:p>
        </p:txBody>
      </p:sp>
      <p:sp>
        <p:nvSpPr>
          <p:cNvPr id="7" name="Параллелограмм 6">
            <a:extLst>
              <a:ext uri="{FF2B5EF4-FFF2-40B4-BE49-F238E27FC236}">
                <a16:creationId xmlns:a16="http://schemas.microsoft.com/office/drawing/2014/main" id="{EF964721-4046-874C-200A-A02B8F33AB97}"/>
              </a:ext>
            </a:extLst>
          </p:cNvPr>
          <p:cNvSpPr/>
          <p:nvPr/>
        </p:nvSpPr>
        <p:spPr>
          <a:xfrm>
            <a:off x="128692" y="1139853"/>
            <a:ext cx="5384339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7428D-5BE8-446B-7190-EBB4ED7C4001}"/>
              </a:ext>
            </a:extLst>
          </p:cNvPr>
          <p:cNvSpPr txBox="1"/>
          <p:nvPr/>
        </p:nvSpPr>
        <p:spPr>
          <a:xfrm>
            <a:off x="324508" y="1064428"/>
            <a:ext cx="57299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Панель администратора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DC9C1AB-BD48-A3E8-E277-A9EACFA27E1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512" y="316353"/>
            <a:ext cx="656618" cy="656618"/>
          </a:xfrm>
          <a:prstGeom prst="rect">
            <a:avLst/>
          </a:prstGeom>
        </p:spPr>
      </p:pic>
      <p:sp>
        <p:nvSpPr>
          <p:cNvPr id="10" name="Стрелка: шеврон 9">
            <a:extLst>
              <a:ext uri="{FF2B5EF4-FFF2-40B4-BE49-F238E27FC236}">
                <a16:creationId xmlns:a16="http://schemas.microsoft.com/office/drawing/2014/main" id="{71CBACB0-180F-C48A-6574-DC372C7729B5}"/>
              </a:ext>
            </a:extLst>
          </p:cNvPr>
          <p:cNvSpPr/>
          <p:nvPr/>
        </p:nvSpPr>
        <p:spPr>
          <a:xfrm>
            <a:off x="765256" y="9889132"/>
            <a:ext cx="3335181" cy="854199"/>
          </a:xfrm>
          <a:prstGeom prst="chevron">
            <a:avLst>
              <a:gd name="adj" fmla="val 42382"/>
            </a:avLst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Пользователь</a:t>
            </a:r>
          </a:p>
        </p:txBody>
      </p:sp>
      <p:sp>
        <p:nvSpPr>
          <p:cNvPr id="11" name="Стрелка: шеврон 10">
            <a:extLst>
              <a:ext uri="{FF2B5EF4-FFF2-40B4-BE49-F238E27FC236}">
                <a16:creationId xmlns:a16="http://schemas.microsoft.com/office/drawing/2014/main" id="{26F9BC37-81CD-7E11-081E-487B40871668}"/>
              </a:ext>
            </a:extLst>
          </p:cNvPr>
          <p:cNvSpPr/>
          <p:nvPr/>
        </p:nvSpPr>
        <p:spPr>
          <a:xfrm>
            <a:off x="3861308" y="9889132"/>
            <a:ext cx="3016835" cy="854199"/>
          </a:xfrm>
          <a:prstGeom prst="chevron">
            <a:avLst>
              <a:gd name="adj" fmla="val 4238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Модератор</a:t>
            </a:r>
          </a:p>
        </p:txBody>
      </p:sp>
      <p:sp>
        <p:nvSpPr>
          <p:cNvPr id="12" name="Стрелка: шеврон 11">
            <a:extLst>
              <a:ext uri="{FF2B5EF4-FFF2-40B4-BE49-F238E27FC236}">
                <a16:creationId xmlns:a16="http://schemas.microsoft.com/office/drawing/2014/main" id="{5D137397-3868-E3C9-338D-1C244074A3DB}"/>
              </a:ext>
            </a:extLst>
          </p:cNvPr>
          <p:cNvSpPr/>
          <p:nvPr/>
        </p:nvSpPr>
        <p:spPr>
          <a:xfrm>
            <a:off x="1091898" y="10824307"/>
            <a:ext cx="3761472" cy="854199"/>
          </a:xfrm>
          <a:prstGeom prst="chevron">
            <a:avLst>
              <a:gd name="adj" fmla="val 42382"/>
            </a:avLst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Администратор</a:t>
            </a:r>
          </a:p>
        </p:txBody>
      </p:sp>
      <p:sp>
        <p:nvSpPr>
          <p:cNvPr id="13" name="Стрелка: шеврон 12">
            <a:extLst>
              <a:ext uri="{FF2B5EF4-FFF2-40B4-BE49-F238E27FC236}">
                <a16:creationId xmlns:a16="http://schemas.microsoft.com/office/drawing/2014/main" id="{13C76929-4342-80A1-36E2-FD7697FD757B}"/>
              </a:ext>
            </a:extLst>
          </p:cNvPr>
          <p:cNvSpPr/>
          <p:nvPr/>
        </p:nvSpPr>
        <p:spPr>
          <a:xfrm>
            <a:off x="4601085" y="10832231"/>
            <a:ext cx="2416569" cy="854199"/>
          </a:xfrm>
          <a:prstGeom prst="chevron">
            <a:avLst>
              <a:gd name="adj" fmla="val 4238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Главный</a:t>
            </a:r>
          </a:p>
        </p:txBody>
      </p:sp>
      <p:sp useBgFill="1"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64B02F-4477-A861-5785-0B660450652A}"/>
              </a:ext>
            </a:extLst>
          </p:cNvPr>
          <p:cNvSpPr/>
          <p:nvPr/>
        </p:nvSpPr>
        <p:spPr>
          <a:xfrm>
            <a:off x="1671130" y="7722185"/>
            <a:ext cx="4237185" cy="1578208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E59E9B-A037-4D20-62A7-8814A4C9341E}"/>
              </a:ext>
            </a:extLst>
          </p:cNvPr>
          <p:cNvSpPr txBox="1"/>
          <p:nvPr/>
        </p:nvSpPr>
        <p:spPr>
          <a:xfrm>
            <a:off x="1751371" y="8491234"/>
            <a:ext cx="40767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Вход через 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Google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70D71381-B046-94AA-A0DB-382F17207F55}"/>
              </a:ext>
            </a:extLst>
          </p:cNvPr>
          <p:cNvCxnSpPr>
            <a:cxnSpLocks/>
          </p:cNvCxnSpPr>
          <p:nvPr/>
        </p:nvCxnSpPr>
        <p:spPr>
          <a:xfrm>
            <a:off x="2019452" y="8141170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7" name="Овал 16">
            <a:extLst>
              <a:ext uri="{FF2B5EF4-FFF2-40B4-BE49-F238E27FC236}">
                <a16:creationId xmlns:a16="http://schemas.microsoft.com/office/drawing/2014/main" id="{B8EE2769-B54A-1E33-50D6-BCB1409F6F20}"/>
              </a:ext>
            </a:extLst>
          </p:cNvPr>
          <p:cNvSpPr/>
          <p:nvPr/>
        </p:nvSpPr>
        <p:spPr>
          <a:xfrm>
            <a:off x="3477403" y="7835884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6C162A4-8654-34DB-71D0-A56110638CD9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4446" y="7909212"/>
            <a:ext cx="463917" cy="463917"/>
          </a:xfrm>
          <a:prstGeom prst="rect">
            <a:avLst/>
          </a:prstGeom>
        </p:spPr>
      </p:pic>
      <p:sp useBgFill="1"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9E708EC4-FCF1-69A5-DE95-5475D6B5909B}"/>
              </a:ext>
            </a:extLst>
          </p:cNvPr>
          <p:cNvSpPr/>
          <p:nvPr/>
        </p:nvSpPr>
        <p:spPr>
          <a:xfrm>
            <a:off x="256652" y="1840393"/>
            <a:ext cx="4237185" cy="2023525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3F3236-0745-69C5-CFD0-39BABA418E18}"/>
              </a:ext>
            </a:extLst>
          </p:cNvPr>
          <p:cNvSpPr txBox="1"/>
          <p:nvPr/>
        </p:nvSpPr>
        <p:spPr>
          <a:xfrm>
            <a:off x="336893" y="2609442"/>
            <a:ext cx="40767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Заявки:</a:t>
            </a:r>
            <a:b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</a:br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одобрить / отклонить</a:t>
            </a:r>
          </a:p>
        </p:txBody>
      </p: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8AC18A39-9010-9393-E38E-C5AC176409D8}"/>
              </a:ext>
            </a:extLst>
          </p:cNvPr>
          <p:cNvCxnSpPr>
            <a:cxnSpLocks/>
          </p:cNvCxnSpPr>
          <p:nvPr/>
        </p:nvCxnSpPr>
        <p:spPr>
          <a:xfrm>
            <a:off x="604974" y="2259378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48" name="Овал 47">
            <a:extLst>
              <a:ext uri="{FF2B5EF4-FFF2-40B4-BE49-F238E27FC236}">
                <a16:creationId xmlns:a16="http://schemas.microsoft.com/office/drawing/2014/main" id="{F493992D-756A-A7E8-4D20-1BFE8024E704}"/>
              </a:ext>
            </a:extLst>
          </p:cNvPr>
          <p:cNvSpPr/>
          <p:nvPr/>
        </p:nvSpPr>
        <p:spPr>
          <a:xfrm>
            <a:off x="2062925" y="1954092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98EA8F08-272C-E1C5-A197-DD7F4248EAD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968" y="2027420"/>
            <a:ext cx="463917" cy="463917"/>
          </a:xfrm>
          <a:prstGeom prst="rect">
            <a:avLst/>
          </a:prstGeom>
        </p:spPr>
      </p:pic>
      <p:sp useBgFill="1">
        <p:nvSpPr>
          <p:cNvPr id="55" name="Прямоугольник: скругленные углы 54">
            <a:extLst>
              <a:ext uri="{FF2B5EF4-FFF2-40B4-BE49-F238E27FC236}">
                <a16:creationId xmlns:a16="http://schemas.microsoft.com/office/drawing/2014/main" id="{231B6A63-D81E-5310-C1C7-03174C0E8E3E}"/>
              </a:ext>
            </a:extLst>
          </p:cNvPr>
          <p:cNvSpPr/>
          <p:nvPr/>
        </p:nvSpPr>
        <p:spPr>
          <a:xfrm>
            <a:off x="3086492" y="4129942"/>
            <a:ext cx="4237185" cy="2435739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CEEBF7D-E376-B553-DF34-600775E4BA12}"/>
              </a:ext>
            </a:extLst>
          </p:cNvPr>
          <p:cNvSpPr txBox="1"/>
          <p:nvPr/>
        </p:nvSpPr>
        <p:spPr>
          <a:xfrm>
            <a:off x="3166733" y="4898991"/>
            <a:ext cx="40767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Пользователи:</a:t>
            </a:r>
            <a:b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</a:br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сменить роль, поиск, статистика</a:t>
            </a:r>
          </a:p>
        </p:txBody>
      </p: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A826551D-2020-720B-C771-75929FA2C887}"/>
              </a:ext>
            </a:extLst>
          </p:cNvPr>
          <p:cNvCxnSpPr>
            <a:cxnSpLocks/>
          </p:cNvCxnSpPr>
          <p:nvPr/>
        </p:nvCxnSpPr>
        <p:spPr>
          <a:xfrm>
            <a:off x="3434814" y="4548927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58" name="Овал 57">
            <a:extLst>
              <a:ext uri="{FF2B5EF4-FFF2-40B4-BE49-F238E27FC236}">
                <a16:creationId xmlns:a16="http://schemas.microsoft.com/office/drawing/2014/main" id="{57319120-E28E-D8A1-0732-89B4C9849414}"/>
              </a:ext>
            </a:extLst>
          </p:cNvPr>
          <p:cNvSpPr/>
          <p:nvPr/>
        </p:nvSpPr>
        <p:spPr>
          <a:xfrm>
            <a:off x="4892765" y="4243641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662692A6-9D25-9BD0-FE36-AD233F2B4B2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808" y="4316969"/>
            <a:ext cx="463917" cy="463917"/>
          </a:xfrm>
          <a:prstGeom prst="rect">
            <a:avLst/>
          </a:prstGeom>
        </p:spPr>
      </p:pic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AF75BAEB-BF82-4709-C43F-27B4DF1A0A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05119" y="3748712"/>
            <a:ext cx="2526274" cy="2091036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A042A021-661D-9ACA-5F41-FE6C2A5F76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50812" y="2354270"/>
            <a:ext cx="2522861" cy="2522861"/>
          </a:xfrm>
          <a:prstGeom prst="rect">
            <a:avLst/>
          </a:prstGeom>
        </p:spPr>
      </p:pic>
      <p:sp useBgFill="1">
        <p:nvSpPr>
          <p:cNvPr id="63" name="Прямоугольник: скругленные углы 62">
            <a:extLst>
              <a:ext uri="{FF2B5EF4-FFF2-40B4-BE49-F238E27FC236}">
                <a16:creationId xmlns:a16="http://schemas.microsoft.com/office/drawing/2014/main" id="{681BD1A3-95C9-C68F-8176-77884AAF49AA}"/>
              </a:ext>
            </a:extLst>
          </p:cNvPr>
          <p:cNvSpPr/>
          <p:nvPr/>
        </p:nvSpPr>
        <p:spPr>
          <a:xfrm>
            <a:off x="-5217627" y="2127001"/>
            <a:ext cx="4237185" cy="1508470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3AD8CC-84BF-28BC-2D6B-12D287569151}"/>
              </a:ext>
            </a:extLst>
          </p:cNvPr>
          <p:cNvSpPr txBox="1"/>
          <p:nvPr/>
        </p:nvSpPr>
        <p:spPr>
          <a:xfrm>
            <a:off x="-5137386" y="2896049"/>
            <a:ext cx="40767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PostalApp — </a:t>
            </a:r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всем</a:t>
            </a:r>
          </a:p>
        </p:txBody>
      </p: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88E166DF-2D80-5652-950B-2A7C1C67D698}"/>
              </a:ext>
            </a:extLst>
          </p:cNvPr>
          <p:cNvCxnSpPr>
            <a:cxnSpLocks/>
          </p:cNvCxnSpPr>
          <p:nvPr/>
        </p:nvCxnSpPr>
        <p:spPr>
          <a:xfrm>
            <a:off x="-4869305" y="2545985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66" name="Овал 65">
            <a:extLst>
              <a:ext uri="{FF2B5EF4-FFF2-40B4-BE49-F238E27FC236}">
                <a16:creationId xmlns:a16="http://schemas.microsoft.com/office/drawing/2014/main" id="{F9828AB7-B867-A84C-67EA-87030860613B}"/>
              </a:ext>
            </a:extLst>
          </p:cNvPr>
          <p:cNvSpPr/>
          <p:nvPr/>
        </p:nvSpPr>
        <p:spPr>
          <a:xfrm>
            <a:off x="-3411354" y="2240699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7" name="Рисунок 66">
            <a:extLst>
              <a:ext uri="{FF2B5EF4-FFF2-40B4-BE49-F238E27FC236}">
                <a16:creationId xmlns:a16="http://schemas.microsoft.com/office/drawing/2014/main" id="{9EA9986E-6C12-064E-CAEC-8388B0EDF8A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4311" y="2314027"/>
            <a:ext cx="463917" cy="463917"/>
          </a:xfrm>
          <a:prstGeom prst="rect">
            <a:avLst/>
          </a:prstGeom>
        </p:spPr>
      </p:pic>
      <p:sp useBgFill="1">
        <p:nvSpPr>
          <p:cNvPr id="68" name="Прямоугольник: скругленные углы 67">
            <a:extLst>
              <a:ext uri="{FF2B5EF4-FFF2-40B4-BE49-F238E27FC236}">
                <a16:creationId xmlns:a16="http://schemas.microsoft.com/office/drawing/2014/main" id="{87CB2CBE-3B78-A12B-CB56-6443FA47640E}"/>
              </a:ext>
            </a:extLst>
          </p:cNvPr>
          <p:cNvSpPr/>
          <p:nvPr/>
        </p:nvSpPr>
        <p:spPr>
          <a:xfrm>
            <a:off x="-7665325" y="5096825"/>
            <a:ext cx="4237185" cy="1829803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5537848-CD6E-0A46-CB11-CAB9895E087E}"/>
              </a:ext>
            </a:extLst>
          </p:cNvPr>
          <p:cNvSpPr txBox="1"/>
          <p:nvPr/>
        </p:nvSpPr>
        <p:spPr>
          <a:xfrm>
            <a:off x="-7585084" y="5865874"/>
            <a:ext cx="40767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PostalApp-Extra — </a:t>
            </a:r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модераторам и выше</a:t>
            </a:r>
          </a:p>
        </p:txBody>
      </p:sp>
      <p:cxnSp>
        <p:nvCxnSpPr>
          <p:cNvPr id="70" name="Прямая соединительная линия 69">
            <a:extLst>
              <a:ext uri="{FF2B5EF4-FFF2-40B4-BE49-F238E27FC236}">
                <a16:creationId xmlns:a16="http://schemas.microsoft.com/office/drawing/2014/main" id="{AE639A43-62B0-D10C-6F85-F0910C97C8E7}"/>
              </a:ext>
            </a:extLst>
          </p:cNvPr>
          <p:cNvCxnSpPr>
            <a:cxnSpLocks/>
          </p:cNvCxnSpPr>
          <p:nvPr/>
        </p:nvCxnSpPr>
        <p:spPr>
          <a:xfrm>
            <a:off x="-7317003" y="5515810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71" name="Овал 70">
            <a:extLst>
              <a:ext uri="{FF2B5EF4-FFF2-40B4-BE49-F238E27FC236}">
                <a16:creationId xmlns:a16="http://schemas.microsoft.com/office/drawing/2014/main" id="{0414DB69-2F01-98C4-A4D0-6F9ABC82F36B}"/>
              </a:ext>
            </a:extLst>
          </p:cNvPr>
          <p:cNvSpPr/>
          <p:nvPr/>
        </p:nvSpPr>
        <p:spPr>
          <a:xfrm>
            <a:off x="-5859052" y="5210524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DA563A7B-2A14-DF6F-04C4-DCFEBF1CF90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82009" y="5283852"/>
            <a:ext cx="463917" cy="46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988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4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11528-D30C-B20A-A1E6-2BD0EA694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E51D92B-8558-725C-B163-4C1ABB82D2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105" name="Рисунок 104">
            <a:extLst>
              <a:ext uri="{FF2B5EF4-FFF2-40B4-BE49-F238E27FC236}">
                <a16:creationId xmlns:a16="http://schemas.microsoft.com/office/drawing/2014/main" id="{ED4E34C9-D2F7-4CC3-E309-EA5B96A88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670" y="3363731"/>
            <a:ext cx="2526274" cy="2091036"/>
          </a:xfrm>
          <a:prstGeom prst="rect">
            <a:avLst/>
          </a:prstGeom>
        </p:spPr>
      </p:pic>
      <p:pic>
        <p:nvPicPr>
          <p:cNvPr id="103" name="Рисунок 102">
            <a:extLst>
              <a:ext uri="{FF2B5EF4-FFF2-40B4-BE49-F238E27FC236}">
                <a16:creationId xmlns:a16="http://schemas.microsoft.com/office/drawing/2014/main" id="{E46856C2-9747-076F-B081-5476B94C6B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977" y="1969289"/>
            <a:ext cx="2522861" cy="2522861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C8138BCB-DDF5-521C-DA5E-28769CA4E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382944">
            <a:off x="6029181" y="-1636946"/>
            <a:ext cx="13474494" cy="10293396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50" name="Freeform 67">
            <a:extLst>
              <a:ext uri="{FF2B5EF4-FFF2-40B4-BE49-F238E27FC236}">
                <a16:creationId xmlns:a16="http://schemas.microsoft.com/office/drawing/2014/main" id="{E874165F-B47E-6A51-FA5B-C20266E9F5B9}"/>
              </a:ext>
            </a:extLst>
          </p:cNvPr>
          <p:cNvSpPr>
            <a:spLocks/>
          </p:cNvSpPr>
          <p:nvPr/>
        </p:nvSpPr>
        <p:spPr bwMode="auto">
          <a:xfrm rot="15951827">
            <a:off x="9618621" y="2010431"/>
            <a:ext cx="1485899" cy="4887721"/>
          </a:xfrm>
          <a:custGeom>
            <a:avLst/>
            <a:gdLst>
              <a:gd name="T0" fmla="*/ 0 w 5335"/>
              <a:gd name="T1" fmla="*/ 845 h 17266"/>
              <a:gd name="T2" fmla="*/ 5335 w 5335"/>
              <a:gd name="T3" fmla="*/ 0 h 17266"/>
              <a:gd name="T4" fmla="*/ 5335 w 5335"/>
              <a:gd name="T5" fmla="*/ 17266 h 17266"/>
              <a:gd name="T6" fmla="*/ 0 w 5335"/>
              <a:gd name="T7" fmla="*/ 845 h 17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35" h="17266">
                <a:moveTo>
                  <a:pt x="0" y="845"/>
                </a:moveTo>
                <a:cubicBezTo>
                  <a:pt x="1723" y="285"/>
                  <a:pt x="3523" y="0"/>
                  <a:pt x="5335" y="0"/>
                </a:cubicBezTo>
                <a:lnTo>
                  <a:pt x="5335" y="17266"/>
                </a:lnTo>
                <a:lnTo>
                  <a:pt x="0" y="845"/>
                </a:lnTo>
                <a:close/>
              </a:path>
            </a:pathLst>
          </a:custGeom>
          <a:solidFill>
            <a:srgbClr val="FFC0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9" name="Freeform 67">
            <a:extLst>
              <a:ext uri="{FF2B5EF4-FFF2-40B4-BE49-F238E27FC236}">
                <a16:creationId xmlns:a16="http://schemas.microsoft.com/office/drawing/2014/main" id="{E9223B99-B570-650A-4D28-A3DBADBA3779}"/>
              </a:ext>
            </a:extLst>
          </p:cNvPr>
          <p:cNvSpPr>
            <a:spLocks/>
          </p:cNvSpPr>
          <p:nvPr/>
        </p:nvSpPr>
        <p:spPr bwMode="auto">
          <a:xfrm rot="17016404">
            <a:off x="9443090" y="1215397"/>
            <a:ext cx="1485899" cy="4876802"/>
          </a:xfrm>
          <a:custGeom>
            <a:avLst/>
            <a:gdLst>
              <a:gd name="T0" fmla="*/ 0 w 5335"/>
              <a:gd name="T1" fmla="*/ 845 h 17266"/>
              <a:gd name="T2" fmla="*/ 5335 w 5335"/>
              <a:gd name="T3" fmla="*/ 0 h 17266"/>
              <a:gd name="T4" fmla="*/ 5335 w 5335"/>
              <a:gd name="T5" fmla="*/ 17266 h 17266"/>
              <a:gd name="T6" fmla="*/ 0 w 5335"/>
              <a:gd name="T7" fmla="*/ 845 h 17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35" h="17266">
                <a:moveTo>
                  <a:pt x="0" y="845"/>
                </a:moveTo>
                <a:cubicBezTo>
                  <a:pt x="1723" y="285"/>
                  <a:pt x="3523" y="0"/>
                  <a:pt x="5335" y="0"/>
                </a:cubicBezTo>
                <a:lnTo>
                  <a:pt x="5335" y="17266"/>
                </a:lnTo>
                <a:lnTo>
                  <a:pt x="0" y="845"/>
                </a:lnTo>
                <a:close/>
              </a:path>
            </a:pathLst>
          </a:custGeom>
          <a:solidFill>
            <a:srgbClr val="FFC0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EA9AD0AF-1155-BCD3-7DCC-E8CB25DE07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7015678">
            <a:off x="9309107" y="392885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54" name="Freeform 19">
            <a:extLst>
              <a:ext uri="{FF2B5EF4-FFF2-40B4-BE49-F238E27FC236}">
                <a16:creationId xmlns:a16="http://schemas.microsoft.com/office/drawing/2014/main" id="{603B1759-BFB3-3C15-7FDC-FD5A9C477721}"/>
              </a:ext>
            </a:extLst>
          </p:cNvPr>
          <p:cNvSpPr>
            <a:spLocks/>
          </p:cNvSpPr>
          <p:nvPr/>
        </p:nvSpPr>
        <p:spPr bwMode="auto">
          <a:xfrm rot="4055050">
            <a:off x="9884764" y="2618893"/>
            <a:ext cx="3135740" cy="2842189"/>
          </a:xfrm>
          <a:custGeom>
            <a:avLst/>
            <a:gdLst>
              <a:gd name="T0" fmla="*/ 11170 w 11170"/>
              <a:gd name="T1" fmla="*/ 7687 h 10107"/>
              <a:gd name="T2" fmla="*/ 0 w 11170"/>
              <a:gd name="T3" fmla="*/ 7687 h 10107"/>
              <a:gd name="T4" fmla="*/ 5585 w 11170"/>
              <a:gd name="T5" fmla="*/ 0 h 10107"/>
              <a:gd name="T6" fmla="*/ 11170 w 11170"/>
              <a:gd name="T7" fmla="*/ 7687 h 10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170" h="10107">
                <a:moveTo>
                  <a:pt x="11170" y="7687"/>
                </a:moveTo>
                <a:cubicBezTo>
                  <a:pt x="7840" y="10107"/>
                  <a:pt x="3331" y="10107"/>
                  <a:pt x="0" y="7687"/>
                </a:cubicBezTo>
                <a:lnTo>
                  <a:pt x="5585" y="0"/>
                </a:lnTo>
                <a:lnTo>
                  <a:pt x="11170" y="7687"/>
                </a:lnTo>
                <a:close/>
              </a:path>
            </a:pathLst>
          </a:custGeom>
          <a:solidFill>
            <a:srgbClr val="FFC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AA9B5D6E-AD30-250B-EA20-4DFB4FE72E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2975" y="3184793"/>
            <a:ext cx="1418948" cy="1418948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3214D25B-03BE-EE89-CDB6-5742346FC1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6900" y="4450735"/>
            <a:ext cx="1714290" cy="1418944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D5652FD-61C7-52DB-392C-1895BE5E4F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5252" y="3357138"/>
            <a:ext cx="1418948" cy="1418948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02F2077-56FE-53DC-9DB3-A6AB20C743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824" y="1514442"/>
            <a:ext cx="1418944" cy="1418944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882C371-F80B-98E1-4AD6-0A83E6594C5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879" y="1354792"/>
            <a:ext cx="1418944" cy="1418944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C9DA8CCC-D5B3-A606-7937-C60CE4AC365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9965" y="2009758"/>
            <a:ext cx="1098464" cy="1098464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56F9C698-2996-7398-C960-8C7A17621CF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5481" y="3320581"/>
            <a:ext cx="1098464" cy="1098464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45B0C692-662D-EE1D-595D-11DC7001101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1406" y="4603281"/>
            <a:ext cx="1098464" cy="1098464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AF379A72-39A0-7374-0789-3EF19222FFF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768" y="5645236"/>
            <a:ext cx="1098464" cy="1098464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AD5E8CA5-5168-8DF6-A835-6888E4BF6B2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623" y="6461168"/>
            <a:ext cx="1098464" cy="1098464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3835EF95-2D8D-0CB9-EF1A-C34F5294E08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1136" y="6675839"/>
            <a:ext cx="1098464" cy="1098464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488C328A-3C39-C5A1-61EA-3EE5739C91D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0317" y="6959600"/>
            <a:ext cx="1098464" cy="109846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11111107-4612-07B5-6589-EA277BFD4A5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391" y="5050897"/>
            <a:ext cx="1098464" cy="1098464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C2D0EAE-41CF-1BDB-E00D-6095D4F7A7C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978" y="3855573"/>
            <a:ext cx="1098466" cy="1098466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87686958-9077-9935-ABF4-19EF83D7221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189" y="2600417"/>
            <a:ext cx="1089354" cy="1089354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ADA67F4F-FF5C-03DF-2153-738FD043685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68" y="-139700"/>
            <a:ext cx="1098464" cy="1098464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3DF11702-34CE-3A13-ED42-C03A90006BF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008" y="-990092"/>
            <a:ext cx="1078992" cy="1078992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CBA7B391-2737-48AE-D7E7-EB85E040A2B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6916" y="-948520"/>
            <a:ext cx="1088220" cy="108822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2D752D68-DC73-37B1-DD83-D630C60E96B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7143" y="348966"/>
            <a:ext cx="1088220" cy="1088220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7328A975-C08B-3D44-84CC-98F1ACAC987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6052" y="1136515"/>
            <a:ext cx="1088220" cy="1088220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0F597003-61B6-18A1-6377-FA2D4B06C9C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5166" y="6107593"/>
            <a:ext cx="1088220" cy="1088220"/>
          </a:xfrm>
          <a:prstGeom prst="rect">
            <a:avLst/>
          </a:prstGeom>
        </p:spPr>
      </p:pic>
      <p:sp>
        <p:nvSpPr>
          <p:cNvPr id="3" name="Параллелограмм 2">
            <a:extLst>
              <a:ext uri="{FF2B5EF4-FFF2-40B4-BE49-F238E27FC236}">
                <a16:creationId xmlns:a16="http://schemas.microsoft.com/office/drawing/2014/main" id="{AB368706-E9CB-455B-9BB9-05EECBB9A719}"/>
              </a:ext>
            </a:extLst>
          </p:cNvPr>
          <p:cNvSpPr/>
          <p:nvPr/>
        </p:nvSpPr>
        <p:spPr>
          <a:xfrm>
            <a:off x="170243" y="223737"/>
            <a:ext cx="3878393" cy="85419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: скругленные верхние углы 3">
            <a:extLst>
              <a:ext uri="{FF2B5EF4-FFF2-40B4-BE49-F238E27FC236}">
                <a16:creationId xmlns:a16="http://schemas.microsoft.com/office/drawing/2014/main" id="{CA291CB2-8AF7-21C1-31C6-14ACB03ACFB4}"/>
              </a:ext>
            </a:extLst>
          </p:cNvPr>
          <p:cNvSpPr/>
          <p:nvPr/>
        </p:nvSpPr>
        <p:spPr>
          <a:xfrm rot="5400000">
            <a:off x="3593051" y="67025"/>
            <a:ext cx="853974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араллелограмм 4">
            <a:extLst>
              <a:ext uri="{FF2B5EF4-FFF2-40B4-BE49-F238E27FC236}">
                <a16:creationId xmlns:a16="http://schemas.microsoft.com/office/drawing/2014/main" id="{58F77B7F-E7B5-2EE2-108D-84DF2B060C7C}"/>
              </a:ext>
            </a:extLst>
          </p:cNvPr>
          <p:cNvSpPr/>
          <p:nvPr/>
        </p:nvSpPr>
        <p:spPr>
          <a:xfrm>
            <a:off x="456446" y="312197"/>
            <a:ext cx="3138228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72B7BB-967F-E956-A9AA-5D03A8A8CF46}"/>
              </a:ext>
            </a:extLst>
          </p:cNvPr>
          <p:cNvSpPr txBox="1"/>
          <p:nvPr/>
        </p:nvSpPr>
        <p:spPr>
          <a:xfrm>
            <a:off x="737173" y="220606"/>
            <a:ext cx="26271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Веб-сайт</a:t>
            </a:r>
          </a:p>
        </p:txBody>
      </p:sp>
      <p:sp>
        <p:nvSpPr>
          <p:cNvPr id="7" name="Параллелограмм 6">
            <a:extLst>
              <a:ext uri="{FF2B5EF4-FFF2-40B4-BE49-F238E27FC236}">
                <a16:creationId xmlns:a16="http://schemas.microsoft.com/office/drawing/2014/main" id="{FC96A8CD-3B7B-F867-0352-29325729689C}"/>
              </a:ext>
            </a:extLst>
          </p:cNvPr>
          <p:cNvSpPr/>
          <p:nvPr/>
        </p:nvSpPr>
        <p:spPr>
          <a:xfrm>
            <a:off x="388893" y="1136515"/>
            <a:ext cx="2991802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947E9D-A73D-F858-B1DF-AC65B9DED45F}"/>
              </a:ext>
            </a:extLst>
          </p:cNvPr>
          <p:cNvSpPr txBox="1"/>
          <p:nvPr/>
        </p:nvSpPr>
        <p:spPr>
          <a:xfrm>
            <a:off x="584708" y="1061090"/>
            <a:ext cx="2627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Скачивание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61816CD-A586-DF7E-0379-8B289ECA8DE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512" y="316353"/>
            <a:ext cx="656618" cy="656618"/>
          </a:xfrm>
          <a:prstGeom prst="rect">
            <a:avLst/>
          </a:prstGeom>
        </p:spPr>
      </p:pic>
      <p:sp useBgFill="1"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CA9F1A12-E17B-E113-FF3A-A86C94D22537}"/>
              </a:ext>
            </a:extLst>
          </p:cNvPr>
          <p:cNvSpPr/>
          <p:nvPr/>
        </p:nvSpPr>
        <p:spPr>
          <a:xfrm>
            <a:off x="216252" y="8058064"/>
            <a:ext cx="4237185" cy="2023525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B56CDF-B14F-B61B-9CA0-3E936C97C90B}"/>
              </a:ext>
            </a:extLst>
          </p:cNvPr>
          <p:cNvSpPr txBox="1"/>
          <p:nvPr/>
        </p:nvSpPr>
        <p:spPr>
          <a:xfrm>
            <a:off x="296493" y="8827113"/>
            <a:ext cx="40767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Заявки:</a:t>
            </a:r>
            <a:b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</a:br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одобрить / отклонить</a:t>
            </a:r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F0A5EA7-BB23-3A7E-6F7D-77D2E7BC5DE2}"/>
              </a:ext>
            </a:extLst>
          </p:cNvPr>
          <p:cNvCxnSpPr>
            <a:cxnSpLocks/>
          </p:cNvCxnSpPr>
          <p:nvPr/>
        </p:nvCxnSpPr>
        <p:spPr>
          <a:xfrm>
            <a:off x="564574" y="8477049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3" name="Овал 12">
            <a:extLst>
              <a:ext uri="{FF2B5EF4-FFF2-40B4-BE49-F238E27FC236}">
                <a16:creationId xmlns:a16="http://schemas.microsoft.com/office/drawing/2014/main" id="{F3699DAB-F33A-CC38-2D89-9E3016047076}"/>
              </a:ext>
            </a:extLst>
          </p:cNvPr>
          <p:cNvSpPr/>
          <p:nvPr/>
        </p:nvSpPr>
        <p:spPr>
          <a:xfrm>
            <a:off x="2022525" y="8171763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8BD82FD-C25A-DF14-3EF2-8592842BE07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568" y="8245091"/>
            <a:ext cx="463917" cy="463917"/>
          </a:xfrm>
          <a:prstGeom prst="rect">
            <a:avLst/>
          </a:prstGeom>
        </p:spPr>
      </p:pic>
      <p:sp useBgFill="1"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0C19D1D-EAEE-6CA0-97B9-5E1488ED1202}"/>
              </a:ext>
            </a:extLst>
          </p:cNvPr>
          <p:cNvSpPr/>
          <p:nvPr/>
        </p:nvSpPr>
        <p:spPr>
          <a:xfrm>
            <a:off x="3046092" y="10347613"/>
            <a:ext cx="4237185" cy="2435739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FE4E0E-A03A-C2F1-CDC4-1092BDFC7DBF}"/>
              </a:ext>
            </a:extLst>
          </p:cNvPr>
          <p:cNvSpPr txBox="1"/>
          <p:nvPr/>
        </p:nvSpPr>
        <p:spPr>
          <a:xfrm>
            <a:off x="3126333" y="11116662"/>
            <a:ext cx="407670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Пользователи:</a:t>
            </a:r>
            <a:b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</a:br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сменить роль, поиск, статистика</a:t>
            </a: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1703755E-92B6-5931-813C-D2420E3D78CC}"/>
              </a:ext>
            </a:extLst>
          </p:cNvPr>
          <p:cNvCxnSpPr>
            <a:cxnSpLocks/>
          </p:cNvCxnSpPr>
          <p:nvPr/>
        </p:nvCxnSpPr>
        <p:spPr>
          <a:xfrm>
            <a:off x="3394414" y="10766598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8" name="Овал 17">
            <a:extLst>
              <a:ext uri="{FF2B5EF4-FFF2-40B4-BE49-F238E27FC236}">
                <a16:creationId xmlns:a16="http://schemas.microsoft.com/office/drawing/2014/main" id="{5AD4CF42-A422-21AE-2A08-8BFB0B268594}"/>
              </a:ext>
            </a:extLst>
          </p:cNvPr>
          <p:cNvSpPr/>
          <p:nvPr/>
        </p:nvSpPr>
        <p:spPr>
          <a:xfrm>
            <a:off x="4852365" y="10461312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4353636-EBD8-414A-D41B-B1479867B4A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408" y="10534640"/>
            <a:ext cx="463917" cy="463917"/>
          </a:xfrm>
          <a:prstGeom prst="rect">
            <a:avLst/>
          </a:prstGeom>
        </p:spPr>
      </p:pic>
      <p:sp useBgFill="1">
        <p:nvSpPr>
          <p:cNvPr id="92" name="Прямоугольник: скругленные углы 91">
            <a:extLst>
              <a:ext uri="{FF2B5EF4-FFF2-40B4-BE49-F238E27FC236}">
                <a16:creationId xmlns:a16="http://schemas.microsoft.com/office/drawing/2014/main" id="{8CF0E564-866E-AB40-662D-A4A0BCE6E410}"/>
              </a:ext>
            </a:extLst>
          </p:cNvPr>
          <p:cNvSpPr/>
          <p:nvPr/>
        </p:nvSpPr>
        <p:spPr>
          <a:xfrm>
            <a:off x="2801162" y="1742020"/>
            <a:ext cx="4237185" cy="1508470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BDB6047-103B-3496-3E98-44EDE26DC0D5}"/>
              </a:ext>
            </a:extLst>
          </p:cNvPr>
          <p:cNvSpPr txBox="1"/>
          <p:nvPr/>
        </p:nvSpPr>
        <p:spPr>
          <a:xfrm>
            <a:off x="2881403" y="2511068"/>
            <a:ext cx="40767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PostalApp — </a:t>
            </a:r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всем</a:t>
            </a:r>
          </a:p>
        </p:txBody>
      </p:sp>
      <p:cxnSp>
        <p:nvCxnSpPr>
          <p:cNvPr id="94" name="Прямая соединительная линия 93">
            <a:extLst>
              <a:ext uri="{FF2B5EF4-FFF2-40B4-BE49-F238E27FC236}">
                <a16:creationId xmlns:a16="http://schemas.microsoft.com/office/drawing/2014/main" id="{A921003E-9662-7433-D250-4F37A0698700}"/>
              </a:ext>
            </a:extLst>
          </p:cNvPr>
          <p:cNvCxnSpPr>
            <a:cxnSpLocks/>
          </p:cNvCxnSpPr>
          <p:nvPr/>
        </p:nvCxnSpPr>
        <p:spPr>
          <a:xfrm>
            <a:off x="3149484" y="2161004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95" name="Овал 94">
            <a:extLst>
              <a:ext uri="{FF2B5EF4-FFF2-40B4-BE49-F238E27FC236}">
                <a16:creationId xmlns:a16="http://schemas.microsoft.com/office/drawing/2014/main" id="{0D3C33F5-2C16-30A0-4C74-65E3AF1DC961}"/>
              </a:ext>
            </a:extLst>
          </p:cNvPr>
          <p:cNvSpPr/>
          <p:nvPr/>
        </p:nvSpPr>
        <p:spPr>
          <a:xfrm>
            <a:off x="4607435" y="1855718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6" name="Рисунок 95">
            <a:extLst>
              <a:ext uri="{FF2B5EF4-FFF2-40B4-BE49-F238E27FC236}">
                <a16:creationId xmlns:a16="http://schemas.microsoft.com/office/drawing/2014/main" id="{7BB2A721-1C45-4CEB-9175-1EC90202D7E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4478" y="1929046"/>
            <a:ext cx="463917" cy="463917"/>
          </a:xfrm>
          <a:prstGeom prst="rect">
            <a:avLst/>
          </a:prstGeom>
        </p:spPr>
      </p:pic>
      <p:sp useBgFill="1">
        <p:nvSpPr>
          <p:cNvPr id="97" name="Прямоугольник: скругленные углы 96">
            <a:extLst>
              <a:ext uri="{FF2B5EF4-FFF2-40B4-BE49-F238E27FC236}">
                <a16:creationId xmlns:a16="http://schemas.microsoft.com/office/drawing/2014/main" id="{BF8E5EAA-689A-AC1E-2162-C3FA4FB490C3}"/>
              </a:ext>
            </a:extLst>
          </p:cNvPr>
          <p:cNvSpPr/>
          <p:nvPr/>
        </p:nvSpPr>
        <p:spPr>
          <a:xfrm>
            <a:off x="353464" y="4711844"/>
            <a:ext cx="4237185" cy="1829803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820968F-4ECC-F6A6-B2DD-1C2BFCBFF391}"/>
              </a:ext>
            </a:extLst>
          </p:cNvPr>
          <p:cNvSpPr txBox="1"/>
          <p:nvPr/>
        </p:nvSpPr>
        <p:spPr>
          <a:xfrm>
            <a:off x="433705" y="5480893"/>
            <a:ext cx="40767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PostalApp-Extra — </a:t>
            </a:r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модераторам и выше</a:t>
            </a:r>
          </a:p>
        </p:txBody>
      </p:sp>
      <p:cxnSp>
        <p:nvCxnSpPr>
          <p:cNvPr id="99" name="Прямая соединительная линия 98">
            <a:extLst>
              <a:ext uri="{FF2B5EF4-FFF2-40B4-BE49-F238E27FC236}">
                <a16:creationId xmlns:a16="http://schemas.microsoft.com/office/drawing/2014/main" id="{0A3EA0E8-1C53-7A55-4177-285F6FE383BD}"/>
              </a:ext>
            </a:extLst>
          </p:cNvPr>
          <p:cNvCxnSpPr>
            <a:cxnSpLocks/>
          </p:cNvCxnSpPr>
          <p:nvPr/>
        </p:nvCxnSpPr>
        <p:spPr>
          <a:xfrm>
            <a:off x="701786" y="5130829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00" name="Овал 99">
            <a:extLst>
              <a:ext uri="{FF2B5EF4-FFF2-40B4-BE49-F238E27FC236}">
                <a16:creationId xmlns:a16="http://schemas.microsoft.com/office/drawing/2014/main" id="{2F3686E9-786F-EC69-EB7D-073AD00CDD9F}"/>
              </a:ext>
            </a:extLst>
          </p:cNvPr>
          <p:cNvSpPr/>
          <p:nvPr/>
        </p:nvSpPr>
        <p:spPr>
          <a:xfrm>
            <a:off x="2159737" y="4825543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1" name="Рисунок 100">
            <a:extLst>
              <a:ext uri="{FF2B5EF4-FFF2-40B4-BE49-F238E27FC236}">
                <a16:creationId xmlns:a16="http://schemas.microsoft.com/office/drawing/2014/main" id="{FFA55440-0C26-BE17-EFD4-742F61989D7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780" y="4898871"/>
            <a:ext cx="463917" cy="46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39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4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1AEE8-1759-F5F9-7A62-5E5B5956D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E040FA7-1C25-F3A7-B621-F43AEA16A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3148049D-0C93-B0FF-FCF3-C3E38EF2E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431" y="0"/>
            <a:ext cx="12185522" cy="6858000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81EE8EA-3AAA-1420-2AD2-E1F9C84C8A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382944">
            <a:off x="6029181" y="-1636946"/>
            <a:ext cx="13474494" cy="10293396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26" name="Freeform 67">
            <a:extLst>
              <a:ext uri="{FF2B5EF4-FFF2-40B4-BE49-F238E27FC236}">
                <a16:creationId xmlns:a16="http://schemas.microsoft.com/office/drawing/2014/main" id="{5CAB811E-5EB5-FB12-3E35-D607BD5CC529}"/>
              </a:ext>
            </a:extLst>
          </p:cNvPr>
          <p:cNvSpPr>
            <a:spLocks/>
          </p:cNvSpPr>
          <p:nvPr/>
        </p:nvSpPr>
        <p:spPr bwMode="auto">
          <a:xfrm rot="17016404">
            <a:off x="9443090" y="1215397"/>
            <a:ext cx="1485899" cy="4876802"/>
          </a:xfrm>
          <a:custGeom>
            <a:avLst/>
            <a:gdLst>
              <a:gd name="T0" fmla="*/ 0 w 5335"/>
              <a:gd name="T1" fmla="*/ 845 h 17266"/>
              <a:gd name="T2" fmla="*/ 5335 w 5335"/>
              <a:gd name="T3" fmla="*/ 0 h 17266"/>
              <a:gd name="T4" fmla="*/ 5335 w 5335"/>
              <a:gd name="T5" fmla="*/ 17266 h 17266"/>
              <a:gd name="T6" fmla="*/ 0 w 5335"/>
              <a:gd name="T7" fmla="*/ 845 h 17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35" h="17266">
                <a:moveTo>
                  <a:pt x="0" y="845"/>
                </a:moveTo>
                <a:cubicBezTo>
                  <a:pt x="1723" y="285"/>
                  <a:pt x="3523" y="0"/>
                  <a:pt x="5335" y="0"/>
                </a:cubicBezTo>
                <a:lnTo>
                  <a:pt x="5335" y="17266"/>
                </a:lnTo>
                <a:lnTo>
                  <a:pt x="0" y="845"/>
                </a:lnTo>
                <a:close/>
              </a:path>
            </a:pathLst>
          </a:custGeom>
          <a:solidFill>
            <a:srgbClr val="FFC0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56BE82-7004-9BEA-3659-90C162D7DE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7015678">
            <a:off x="9309107" y="392885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30" name="Freeform 19">
            <a:extLst>
              <a:ext uri="{FF2B5EF4-FFF2-40B4-BE49-F238E27FC236}">
                <a16:creationId xmlns:a16="http://schemas.microsoft.com/office/drawing/2014/main" id="{0BF7CDDD-404C-EBC3-250B-E9A2C5A03A50}"/>
              </a:ext>
            </a:extLst>
          </p:cNvPr>
          <p:cNvSpPr>
            <a:spLocks/>
          </p:cNvSpPr>
          <p:nvPr/>
        </p:nvSpPr>
        <p:spPr bwMode="auto">
          <a:xfrm rot="4055050">
            <a:off x="9884764" y="2618893"/>
            <a:ext cx="3135740" cy="2842189"/>
          </a:xfrm>
          <a:custGeom>
            <a:avLst/>
            <a:gdLst>
              <a:gd name="T0" fmla="*/ 11170 w 11170"/>
              <a:gd name="T1" fmla="*/ 7687 h 10107"/>
              <a:gd name="T2" fmla="*/ 0 w 11170"/>
              <a:gd name="T3" fmla="*/ 7687 h 10107"/>
              <a:gd name="T4" fmla="*/ 5585 w 11170"/>
              <a:gd name="T5" fmla="*/ 0 h 10107"/>
              <a:gd name="T6" fmla="*/ 11170 w 11170"/>
              <a:gd name="T7" fmla="*/ 7687 h 10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170" h="10107">
                <a:moveTo>
                  <a:pt x="11170" y="7687"/>
                </a:moveTo>
                <a:cubicBezTo>
                  <a:pt x="7840" y="10107"/>
                  <a:pt x="3331" y="10107"/>
                  <a:pt x="0" y="7687"/>
                </a:cubicBezTo>
                <a:lnTo>
                  <a:pt x="5585" y="0"/>
                </a:lnTo>
                <a:lnTo>
                  <a:pt x="11170" y="7687"/>
                </a:lnTo>
                <a:close/>
              </a:path>
            </a:pathLst>
          </a:custGeom>
          <a:solidFill>
            <a:srgbClr val="FFC0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41894A-11E7-17FC-83DB-1DF0340F5E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2975" y="3184793"/>
            <a:ext cx="1418948" cy="141894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0EB0A3-3394-7B2C-8547-D8B0203AE1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6900" y="4450735"/>
            <a:ext cx="1714290" cy="141894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B1E545-A64B-E4DB-52D1-FB1313C11E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5252" y="3357138"/>
            <a:ext cx="1418948" cy="14189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1E00C32-7422-AC6A-599F-A02C30372B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824" y="1514442"/>
            <a:ext cx="1418944" cy="141894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6097A73-B107-3D02-2726-48CD0E3EB0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879" y="1354792"/>
            <a:ext cx="1418944" cy="14189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1B049B2-BFF4-4A6D-7232-A72D562B77A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9965" y="2009758"/>
            <a:ext cx="1098464" cy="10984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8105CD7-3FC8-B41B-3E51-573B6488332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5481" y="3320581"/>
            <a:ext cx="1098464" cy="10984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468F9F4-4519-C836-C9BE-C1E81E4A953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1406" y="4603281"/>
            <a:ext cx="1098464" cy="109846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7D11CE6-6AED-BE06-5F81-5493FBE5F48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1768" y="5645236"/>
            <a:ext cx="1098464" cy="109846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29BFE0D-4404-BAA2-5A11-F551CBD74ED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9623" y="6461168"/>
            <a:ext cx="1098464" cy="109846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39B9192-75EF-1179-BE8F-6ED8A8891C6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1136" y="6675839"/>
            <a:ext cx="1098464" cy="10984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A6E28E4-28D2-F3F8-E64F-0CA2BA11703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0317" y="6959600"/>
            <a:ext cx="1098464" cy="109846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40ADF49-AEDC-CEA8-DB44-770C20D6A6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0391" y="5050897"/>
            <a:ext cx="1098464" cy="109846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C83B6A8-4217-2595-0529-2B6F9FFACF7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4978" y="3855573"/>
            <a:ext cx="1098466" cy="109846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02EF9A8-58FD-9F43-5BAF-C9798F4FB08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189" y="2600417"/>
            <a:ext cx="1089354" cy="108935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BEB456-6227-586A-E477-408917D1A1BB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2668" y="-139700"/>
            <a:ext cx="1098464" cy="109846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E6503FC-6908-9A39-65CC-793508CA85E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008" y="-990092"/>
            <a:ext cx="1078992" cy="107899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20A5C837-DB1D-F45B-A057-0CC4DE3F4A7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6916" y="-948520"/>
            <a:ext cx="1088220" cy="108822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DA3F406-3BE6-28E4-8EC8-5BCDE85FBFA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7143" y="348966"/>
            <a:ext cx="1088220" cy="108822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C9D8A42A-06D0-FC6F-698A-9A2D35C28B3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430" y="1168479"/>
            <a:ext cx="1088220" cy="108822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25DF202-988A-6783-AE8E-E28033D2D6C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5166" y="6149361"/>
            <a:ext cx="1088220" cy="1088220"/>
          </a:xfrm>
          <a:prstGeom prst="rect">
            <a:avLst/>
          </a:prstGeom>
        </p:spPr>
      </p:pic>
      <p:sp>
        <p:nvSpPr>
          <p:cNvPr id="20" name="Параллелограмм 19">
            <a:extLst>
              <a:ext uri="{FF2B5EF4-FFF2-40B4-BE49-F238E27FC236}">
                <a16:creationId xmlns:a16="http://schemas.microsoft.com/office/drawing/2014/main" id="{D66D87FA-99CC-92B4-530D-A6E8F5278AFD}"/>
              </a:ext>
            </a:extLst>
          </p:cNvPr>
          <p:cNvSpPr/>
          <p:nvPr/>
        </p:nvSpPr>
        <p:spPr>
          <a:xfrm>
            <a:off x="-4979659" y="419245"/>
            <a:ext cx="3878393" cy="85419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: скругленные верхние углы 26">
            <a:extLst>
              <a:ext uri="{FF2B5EF4-FFF2-40B4-BE49-F238E27FC236}">
                <a16:creationId xmlns:a16="http://schemas.microsoft.com/office/drawing/2014/main" id="{1CB0B1EB-7163-C018-197C-C723FCB709A8}"/>
              </a:ext>
            </a:extLst>
          </p:cNvPr>
          <p:cNvSpPr/>
          <p:nvPr/>
        </p:nvSpPr>
        <p:spPr>
          <a:xfrm rot="5400000">
            <a:off x="-1556851" y="262533"/>
            <a:ext cx="853974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араллелограмм 30">
            <a:extLst>
              <a:ext uri="{FF2B5EF4-FFF2-40B4-BE49-F238E27FC236}">
                <a16:creationId xmlns:a16="http://schemas.microsoft.com/office/drawing/2014/main" id="{DA710EF6-612C-E5F6-72AC-73C3EA842569}"/>
              </a:ext>
            </a:extLst>
          </p:cNvPr>
          <p:cNvSpPr/>
          <p:nvPr/>
        </p:nvSpPr>
        <p:spPr>
          <a:xfrm>
            <a:off x="-4693456" y="507705"/>
            <a:ext cx="3138228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B0337C-A522-A3DB-5CB8-63AFEA50F119}"/>
              </a:ext>
            </a:extLst>
          </p:cNvPr>
          <p:cNvSpPr txBox="1"/>
          <p:nvPr/>
        </p:nvSpPr>
        <p:spPr>
          <a:xfrm>
            <a:off x="-4412729" y="416114"/>
            <a:ext cx="26271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Веб-сайт</a:t>
            </a:r>
          </a:p>
        </p:txBody>
      </p:sp>
      <p:sp>
        <p:nvSpPr>
          <p:cNvPr id="33" name="Параллелограмм 32">
            <a:extLst>
              <a:ext uri="{FF2B5EF4-FFF2-40B4-BE49-F238E27FC236}">
                <a16:creationId xmlns:a16="http://schemas.microsoft.com/office/drawing/2014/main" id="{64B0D837-8B89-28AC-D8B8-FD030BFC24D5}"/>
              </a:ext>
            </a:extLst>
          </p:cNvPr>
          <p:cNvSpPr/>
          <p:nvPr/>
        </p:nvSpPr>
        <p:spPr>
          <a:xfrm>
            <a:off x="-4761009" y="1332023"/>
            <a:ext cx="2991802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0DB375-E79F-FF27-F9B4-4DE8B421B31B}"/>
              </a:ext>
            </a:extLst>
          </p:cNvPr>
          <p:cNvSpPr txBox="1"/>
          <p:nvPr/>
        </p:nvSpPr>
        <p:spPr>
          <a:xfrm>
            <a:off x="-4565194" y="1256598"/>
            <a:ext cx="2627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Скачивание</a:t>
            </a: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44C9BB22-6D94-427C-4F05-14AD0C57886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14390" y="511861"/>
            <a:ext cx="656618" cy="656618"/>
          </a:xfrm>
          <a:prstGeom prst="rect">
            <a:avLst/>
          </a:prstGeom>
        </p:spPr>
      </p:pic>
      <p:sp>
        <p:nvSpPr>
          <p:cNvPr id="36" name="Параллелограмм 35">
            <a:extLst>
              <a:ext uri="{FF2B5EF4-FFF2-40B4-BE49-F238E27FC236}">
                <a16:creationId xmlns:a16="http://schemas.microsoft.com/office/drawing/2014/main" id="{DFE41FCE-07CB-8B08-B1A0-10296301F777}"/>
              </a:ext>
            </a:extLst>
          </p:cNvPr>
          <p:cNvSpPr/>
          <p:nvPr/>
        </p:nvSpPr>
        <p:spPr>
          <a:xfrm>
            <a:off x="147070" y="-1721663"/>
            <a:ext cx="3424431" cy="85419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: скругленные верхние углы 36">
            <a:extLst>
              <a:ext uri="{FF2B5EF4-FFF2-40B4-BE49-F238E27FC236}">
                <a16:creationId xmlns:a16="http://schemas.microsoft.com/office/drawing/2014/main" id="{30BD47BD-C6C4-120C-50F3-5F9E46A09BB8}"/>
              </a:ext>
            </a:extLst>
          </p:cNvPr>
          <p:cNvSpPr/>
          <p:nvPr/>
        </p:nvSpPr>
        <p:spPr>
          <a:xfrm rot="5400000">
            <a:off x="3238776" y="-1878377"/>
            <a:ext cx="853974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Параллелограмм 37">
            <a:extLst>
              <a:ext uri="{FF2B5EF4-FFF2-40B4-BE49-F238E27FC236}">
                <a16:creationId xmlns:a16="http://schemas.microsoft.com/office/drawing/2014/main" id="{3739E8D5-E912-8FCE-C575-BFDF4D4DDC49}"/>
              </a:ext>
            </a:extLst>
          </p:cNvPr>
          <p:cNvSpPr/>
          <p:nvPr/>
        </p:nvSpPr>
        <p:spPr>
          <a:xfrm>
            <a:off x="433273" y="-1633203"/>
            <a:ext cx="2774894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F0EE4F-1CCB-FA85-8CF2-89DB549AB498}"/>
              </a:ext>
            </a:extLst>
          </p:cNvPr>
          <p:cNvSpPr txBox="1"/>
          <p:nvPr/>
        </p:nvSpPr>
        <p:spPr>
          <a:xfrm>
            <a:off x="714000" y="-1724794"/>
            <a:ext cx="22449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Сервер</a:t>
            </a:r>
          </a:p>
        </p:txBody>
      </p:sp>
      <p:sp>
        <p:nvSpPr>
          <p:cNvPr id="40" name="Параллелограмм 39">
            <a:extLst>
              <a:ext uri="{FF2B5EF4-FFF2-40B4-BE49-F238E27FC236}">
                <a16:creationId xmlns:a16="http://schemas.microsoft.com/office/drawing/2014/main" id="{F4399D34-EE72-99DB-6707-B07CC6280D57}"/>
              </a:ext>
            </a:extLst>
          </p:cNvPr>
          <p:cNvSpPr/>
          <p:nvPr/>
        </p:nvSpPr>
        <p:spPr>
          <a:xfrm>
            <a:off x="136585" y="-808885"/>
            <a:ext cx="3864515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61C01A-2DCC-0108-A291-94A22F6AA7C8}"/>
              </a:ext>
            </a:extLst>
          </p:cNvPr>
          <p:cNvSpPr txBox="1"/>
          <p:nvPr/>
        </p:nvSpPr>
        <p:spPr>
          <a:xfrm>
            <a:off x="332400" y="-884310"/>
            <a:ext cx="3439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Инфраструктура</a:t>
            </a:r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BD452284-F19F-EB0A-52D7-F28B1547BCDD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425" y="-1660767"/>
            <a:ext cx="670675" cy="670675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8A94D9A9-03DB-E336-14DD-EBA383FC34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50" y="9655256"/>
            <a:ext cx="2526274" cy="2091036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353EC38F-5FD9-1856-7E38-E6C0F73246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657" y="8260814"/>
            <a:ext cx="2522861" cy="2522861"/>
          </a:xfrm>
          <a:prstGeom prst="rect">
            <a:avLst/>
          </a:prstGeom>
        </p:spPr>
      </p:pic>
      <p:sp useBgFill="1">
        <p:nvSpPr>
          <p:cNvPr id="45" name="Прямоугольник: скругленные углы 44">
            <a:extLst>
              <a:ext uri="{FF2B5EF4-FFF2-40B4-BE49-F238E27FC236}">
                <a16:creationId xmlns:a16="http://schemas.microsoft.com/office/drawing/2014/main" id="{046E6B65-D09A-F2E3-918A-BA6477D0277A}"/>
              </a:ext>
            </a:extLst>
          </p:cNvPr>
          <p:cNvSpPr/>
          <p:nvPr/>
        </p:nvSpPr>
        <p:spPr>
          <a:xfrm>
            <a:off x="2686842" y="8033545"/>
            <a:ext cx="4237185" cy="1508470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AAF73A9-1A72-8FB8-4977-B0B5AC22318A}"/>
              </a:ext>
            </a:extLst>
          </p:cNvPr>
          <p:cNvSpPr txBox="1"/>
          <p:nvPr/>
        </p:nvSpPr>
        <p:spPr>
          <a:xfrm>
            <a:off x="2767083" y="8802593"/>
            <a:ext cx="40767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PostalApp — </a:t>
            </a:r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всем</a:t>
            </a:r>
          </a:p>
        </p:txBody>
      </p: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A8F390D1-5213-1ECA-2E6B-E7B467A97F17}"/>
              </a:ext>
            </a:extLst>
          </p:cNvPr>
          <p:cNvCxnSpPr>
            <a:cxnSpLocks/>
          </p:cNvCxnSpPr>
          <p:nvPr/>
        </p:nvCxnSpPr>
        <p:spPr>
          <a:xfrm>
            <a:off x="3035164" y="8452529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48" name="Овал 47">
            <a:extLst>
              <a:ext uri="{FF2B5EF4-FFF2-40B4-BE49-F238E27FC236}">
                <a16:creationId xmlns:a16="http://schemas.microsoft.com/office/drawing/2014/main" id="{06F052E3-8833-7B52-A09B-404D7CE6BEE9}"/>
              </a:ext>
            </a:extLst>
          </p:cNvPr>
          <p:cNvSpPr/>
          <p:nvPr/>
        </p:nvSpPr>
        <p:spPr>
          <a:xfrm>
            <a:off x="4493115" y="8147243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20EF3ABD-91CD-AD0D-0AE5-FF6ABCC561C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158" y="8220571"/>
            <a:ext cx="463917" cy="463917"/>
          </a:xfrm>
          <a:prstGeom prst="rect">
            <a:avLst/>
          </a:prstGeom>
        </p:spPr>
      </p:pic>
      <p:sp useBgFill="1">
        <p:nvSpPr>
          <p:cNvPr id="50" name="Прямоугольник: скругленные углы 49">
            <a:extLst>
              <a:ext uri="{FF2B5EF4-FFF2-40B4-BE49-F238E27FC236}">
                <a16:creationId xmlns:a16="http://schemas.microsoft.com/office/drawing/2014/main" id="{D4FA2C4C-BDB4-F525-A4E4-A85E6FC8F1A9}"/>
              </a:ext>
            </a:extLst>
          </p:cNvPr>
          <p:cNvSpPr/>
          <p:nvPr/>
        </p:nvSpPr>
        <p:spPr>
          <a:xfrm>
            <a:off x="239144" y="11003369"/>
            <a:ext cx="4237185" cy="1829803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1A98794-58D2-7A7B-3295-6F60920E0AA7}"/>
              </a:ext>
            </a:extLst>
          </p:cNvPr>
          <p:cNvSpPr txBox="1"/>
          <p:nvPr/>
        </p:nvSpPr>
        <p:spPr>
          <a:xfrm>
            <a:off x="319385" y="11772418"/>
            <a:ext cx="40767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PostalApp-Extra — </a:t>
            </a:r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модераторам и выше</a:t>
            </a:r>
          </a:p>
        </p:txBody>
      </p:sp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D7C491AC-EEF9-43AF-CBBC-9C65A19D2419}"/>
              </a:ext>
            </a:extLst>
          </p:cNvPr>
          <p:cNvCxnSpPr>
            <a:cxnSpLocks/>
          </p:cNvCxnSpPr>
          <p:nvPr/>
        </p:nvCxnSpPr>
        <p:spPr>
          <a:xfrm>
            <a:off x="587466" y="11422354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53" name="Овал 52">
            <a:extLst>
              <a:ext uri="{FF2B5EF4-FFF2-40B4-BE49-F238E27FC236}">
                <a16:creationId xmlns:a16="http://schemas.microsoft.com/office/drawing/2014/main" id="{9313CD87-CA2C-49F1-6B50-20A28CEEFD54}"/>
              </a:ext>
            </a:extLst>
          </p:cNvPr>
          <p:cNvSpPr/>
          <p:nvPr/>
        </p:nvSpPr>
        <p:spPr>
          <a:xfrm>
            <a:off x="2045417" y="11117068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EB7F9E3F-0926-93B4-EE85-66590CF0A06F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460" y="11190396"/>
            <a:ext cx="463917" cy="463917"/>
          </a:xfrm>
          <a:prstGeom prst="rect">
            <a:avLst/>
          </a:prstGeom>
        </p:spPr>
      </p:pic>
      <p:sp useBgFill="1">
        <p:nvSpPr>
          <p:cNvPr id="55" name="Прямоугольник: скругленные углы 54">
            <a:extLst>
              <a:ext uri="{FF2B5EF4-FFF2-40B4-BE49-F238E27FC236}">
                <a16:creationId xmlns:a16="http://schemas.microsoft.com/office/drawing/2014/main" id="{9BFC8458-B3D3-578E-E38D-4C73DD9E9E51}"/>
              </a:ext>
            </a:extLst>
          </p:cNvPr>
          <p:cNvSpPr/>
          <p:nvPr/>
        </p:nvSpPr>
        <p:spPr>
          <a:xfrm>
            <a:off x="5784466" y="-2281006"/>
            <a:ext cx="2350541" cy="78312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9C352C-6293-E2BB-3D80-5DB8479FD190}"/>
              </a:ext>
            </a:extLst>
          </p:cNvPr>
          <p:cNvSpPr txBox="1"/>
          <p:nvPr/>
        </p:nvSpPr>
        <p:spPr>
          <a:xfrm>
            <a:off x="6635138" y="-2152535"/>
            <a:ext cx="1271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Nginx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57" name="Овал 56">
            <a:extLst>
              <a:ext uri="{FF2B5EF4-FFF2-40B4-BE49-F238E27FC236}">
                <a16:creationId xmlns:a16="http://schemas.microsoft.com/office/drawing/2014/main" id="{62AAB126-34F0-25D8-C30B-B5EC89EA79EA}"/>
              </a:ext>
            </a:extLst>
          </p:cNvPr>
          <p:cNvSpPr/>
          <p:nvPr/>
        </p:nvSpPr>
        <p:spPr>
          <a:xfrm>
            <a:off x="5989496" y="-2219121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58" name="Прямоугольник: скругленные углы 57">
            <a:extLst>
              <a:ext uri="{FF2B5EF4-FFF2-40B4-BE49-F238E27FC236}">
                <a16:creationId xmlns:a16="http://schemas.microsoft.com/office/drawing/2014/main" id="{FA5864E8-3852-92E7-17CD-37208A3F1C58}"/>
              </a:ext>
            </a:extLst>
          </p:cNvPr>
          <p:cNvSpPr/>
          <p:nvPr/>
        </p:nvSpPr>
        <p:spPr>
          <a:xfrm>
            <a:off x="8469355" y="-2280102"/>
            <a:ext cx="2634897" cy="783121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0444F0-15E4-29B1-A858-23E84C4ECC07}"/>
              </a:ext>
            </a:extLst>
          </p:cNvPr>
          <p:cNvSpPr txBox="1"/>
          <p:nvPr/>
        </p:nvSpPr>
        <p:spPr>
          <a:xfrm>
            <a:off x="9319429" y="-2151630"/>
            <a:ext cx="1556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FastAPI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60" name="Овал 59">
            <a:extLst>
              <a:ext uri="{FF2B5EF4-FFF2-40B4-BE49-F238E27FC236}">
                <a16:creationId xmlns:a16="http://schemas.microsoft.com/office/drawing/2014/main" id="{BE5D59BF-0CFC-0E2F-06E3-95ADE85D60FE}"/>
              </a:ext>
            </a:extLst>
          </p:cNvPr>
          <p:cNvSpPr/>
          <p:nvPr/>
        </p:nvSpPr>
        <p:spPr>
          <a:xfrm>
            <a:off x="8673786" y="-2218216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61" name="Прямоугольник: скругленные углы 60">
            <a:extLst>
              <a:ext uri="{FF2B5EF4-FFF2-40B4-BE49-F238E27FC236}">
                <a16:creationId xmlns:a16="http://schemas.microsoft.com/office/drawing/2014/main" id="{DA60919B-835E-FB0B-8F26-56D77CBC6CF7}"/>
              </a:ext>
            </a:extLst>
          </p:cNvPr>
          <p:cNvSpPr/>
          <p:nvPr/>
        </p:nvSpPr>
        <p:spPr>
          <a:xfrm>
            <a:off x="6635138" y="-1264062"/>
            <a:ext cx="3282597" cy="783121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48EC5E9-9EA6-B824-417E-D755409EF6F0}"/>
              </a:ext>
            </a:extLst>
          </p:cNvPr>
          <p:cNvSpPr txBox="1"/>
          <p:nvPr/>
        </p:nvSpPr>
        <p:spPr>
          <a:xfrm>
            <a:off x="7485211" y="-1135590"/>
            <a:ext cx="2242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PostgreSQL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63" name="Овал 62">
            <a:extLst>
              <a:ext uri="{FF2B5EF4-FFF2-40B4-BE49-F238E27FC236}">
                <a16:creationId xmlns:a16="http://schemas.microsoft.com/office/drawing/2014/main" id="{006A9BC3-7251-EFC5-75D0-26B4F5DD4655}"/>
              </a:ext>
            </a:extLst>
          </p:cNvPr>
          <p:cNvSpPr/>
          <p:nvPr/>
        </p:nvSpPr>
        <p:spPr>
          <a:xfrm>
            <a:off x="6844295" y="-1202176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</p:spTree>
    <p:extLst>
      <p:ext uri="{BB962C8B-B14F-4D97-AF65-F5344CB8AC3E}">
        <p14:creationId xmlns:p14="http://schemas.microsoft.com/office/powerpoint/2010/main" val="32183417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72DB8-C9D0-DD8B-F1F0-49D660289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ACD6FE9-7A6D-6FAD-AC50-AF17ACE34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204810" y="0"/>
            <a:ext cx="12185522" cy="6858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532E07-1392-3B65-0DA1-64F7BCD8F4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88C354FB-5FF8-C14F-E431-A2BB5ECEA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2305095">
            <a:off x="-548600" y="2610589"/>
            <a:ext cx="13474494" cy="10293396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49" name="Freeform 41">
            <a:extLst>
              <a:ext uri="{FF2B5EF4-FFF2-40B4-BE49-F238E27FC236}">
                <a16:creationId xmlns:a16="http://schemas.microsoft.com/office/drawing/2014/main" id="{B4729679-40A7-7CB3-A158-714922B53A29}"/>
              </a:ext>
            </a:extLst>
          </p:cNvPr>
          <p:cNvSpPr>
            <a:spLocks/>
          </p:cNvSpPr>
          <p:nvPr/>
        </p:nvSpPr>
        <p:spPr bwMode="auto">
          <a:xfrm rot="18070512">
            <a:off x="3679653" y="3253802"/>
            <a:ext cx="4634357" cy="3264815"/>
          </a:xfrm>
          <a:custGeom>
            <a:avLst/>
            <a:gdLst>
              <a:gd name="T0" fmla="*/ 6416 w 8211"/>
              <a:gd name="T1" fmla="*/ 0 h 5776"/>
              <a:gd name="T2" fmla="*/ 8211 w 8211"/>
              <a:gd name="T3" fmla="*/ 3109 h 5776"/>
              <a:gd name="T4" fmla="*/ 0 w 8211"/>
              <a:gd name="T5" fmla="*/ 5776 h 5776"/>
              <a:gd name="T6" fmla="*/ 6416 w 8211"/>
              <a:gd name="T7" fmla="*/ 0 h 5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11" h="5776">
                <a:moveTo>
                  <a:pt x="6416" y="0"/>
                </a:moveTo>
                <a:cubicBezTo>
                  <a:pt x="7226" y="899"/>
                  <a:pt x="7837" y="1958"/>
                  <a:pt x="8211" y="3109"/>
                </a:cubicBezTo>
                <a:lnTo>
                  <a:pt x="0" y="5776"/>
                </a:lnTo>
                <a:lnTo>
                  <a:pt x="6416" y="0"/>
                </a:lnTo>
                <a:close/>
              </a:path>
            </a:pathLst>
          </a:custGeom>
          <a:solidFill>
            <a:srgbClr val="FF33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172E8B17-4341-9BD0-29F2-F56A052B00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937829">
            <a:off x="2731326" y="4640420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48" name="Freeform 19">
            <a:extLst>
              <a:ext uri="{FF2B5EF4-FFF2-40B4-BE49-F238E27FC236}">
                <a16:creationId xmlns:a16="http://schemas.microsoft.com/office/drawing/2014/main" id="{33170761-87D2-CB7C-24A1-D8CF5BB068C6}"/>
              </a:ext>
            </a:extLst>
          </p:cNvPr>
          <p:cNvSpPr>
            <a:spLocks/>
          </p:cNvSpPr>
          <p:nvPr/>
        </p:nvSpPr>
        <p:spPr bwMode="auto">
          <a:xfrm rot="12308675">
            <a:off x="5241915" y="5018619"/>
            <a:ext cx="3133900" cy="2829268"/>
          </a:xfrm>
          <a:custGeom>
            <a:avLst/>
            <a:gdLst>
              <a:gd name="T0" fmla="*/ 11170 w 11170"/>
              <a:gd name="T1" fmla="*/ 7687 h 10107"/>
              <a:gd name="T2" fmla="*/ 0 w 11170"/>
              <a:gd name="T3" fmla="*/ 7687 h 10107"/>
              <a:gd name="T4" fmla="*/ 5585 w 11170"/>
              <a:gd name="T5" fmla="*/ 0 h 10107"/>
              <a:gd name="T6" fmla="*/ 11170 w 11170"/>
              <a:gd name="T7" fmla="*/ 7687 h 10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170" h="10107">
                <a:moveTo>
                  <a:pt x="11170" y="7687"/>
                </a:moveTo>
                <a:cubicBezTo>
                  <a:pt x="7840" y="10107"/>
                  <a:pt x="3331" y="10107"/>
                  <a:pt x="0" y="7687"/>
                </a:cubicBezTo>
                <a:lnTo>
                  <a:pt x="5585" y="0"/>
                </a:lnTo>
                <a:lnTo>
                  <a:pt x="11170" y="7687"/>
                </a:lnTo>
                <a:close/>
              </a:path>
            </a:pathLst>
          </a:custGeom>
          <a:solidFill>
            <a:srgbClr val="FF33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2400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8F0DE0F-1183-1F5D-0892-9B9611A88C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309" y="8554142"/>
            <a:ext cx="1418948" cy="1418948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2BA7D662-6EF6-2E5D-BB4E-F67A1E6925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0339" y="7752032"/>
            <a:ext cx="1714290" cy="1418944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D682F16F-02E3-F36F-10D9-87879D8E47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016" y="5877942"/>
            <a:ext cx="1418948" cy="1418948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C2EAC1F0-AC61-5CC3-070A-E1B364EF92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869" y="5439056"/>
            <a:ext cx="1418944" cy="1418944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FA588D0D-255B-958A-B3BC-D215A08251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4973" y="7209199"/>
            <a:ext cx="1418944" cy="1418944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F28E9A2-8C4F-7FA1-BFC5-42958EFD6C3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0924" y="10413530"/>
            <a:ext cx="1098464" cy="1098464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C396F3A1-4056-54F9-07DB-8232105A2F3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494" y="10899847"/>
            <a:ext cx="1098464" cy="1098464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561C184E-3E72-89B7-9CC6-0F8965EE37C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515" y="11253165"/>
            <a:ext cx="1098464" cy="1098464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7F26DABA-EAFB-50A0-6670-0CF8FD80639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336" y="11026758"/>
            <a:ext cx="1098464" cy="1098464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CF7E4192-A625-84C0-E8FF-89557B0BF45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486" y="10384239"/>
            <a:ext cx="1098464" cy="1098464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0FF0C32E-2EA8-0EC4-31AC-157D0C9393E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254" y="7501748"/>
            <a:ext cx="1098464" cy="1098464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6F883A72-FC35-B348-821C-430DF46DBF9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065" y="9096009"/>
            <a:ext cx="1098464" cy="109846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CE1592E-D923-AFD1-C40D-25BF2735254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130" y="4873916"/>
            <a:ext cx="1098464" cy="1098464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2A456159-361B-02F6-DFCF-1BAC9AFFCDF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7179" y="3855105"/>
            <a:ext cx="1098466" cy="1098466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E309E7FB-5EC2-99A9-51FA-C72C5806619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215" y="3308339"/>
            <a:ext cx="1089354" cy="1089354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8ED20AF6-CD65-2113-8C7D-15C05D51D43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509" y="3531946"/>
            <a:ext cx="1098464" cy="1098464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0573C45A-4FCD-CD63-E558-3A232F863DD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6012" y="4554833"/>
            <a:ext cx="1078992" cy="1078992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CB4784F5-B729-3372-F7C1-9DA7DB0930C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5429" y="6444519"/>
            <a:ext cx="1088220" cy="108822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569E7F2F-2A32-1BAC-4075-C510F193C13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865" y="8766783"/>
            <a:ext cx="1088220" cy="1088220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2D891229-B428-6CA8-F81A-38E1F491ACB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616" y="3086970"/>
            <a:ext cx="1088220" cy="1088220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B7997E42-951D-E259-18AD-91254392CC2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020" y="6020786"/>
            <a:ext cx="1088220" cy="1088220"/>
          </a:xfrm>
          <a:prstGeom prst="rect">
            <a:avLst/>
          </a:prstGeom>
        </p:spPr>
      </p:pic>
      <p:sp>
        <p:nvSpPr>
          <p:cNvPr id="4" name="Параллелограмм 3">
            <a:extLst>
              <a:ext uri="{FF2B5EF4-FFF2-40B4-BE49-F238E27FC236}">
                <a16:creationId xmlns:a16="http://schemas.microsoft.com/office/drawing/2014/main" id="{BC11542D-C1D7-A188-B2E0-1CE5780B0D22}"/>
              </a:ext>
            </a:extLst>
          </p:cNvPr>
          <p:cNvSpPr/>
          <p:nvPr/>
        </p:nvSpPr>
        <p:spPr>
          <a:xfrm>
            <a:off x="223398" y="119310"/>
            <a:ext cx="3424431" cy="85419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верхние углы 4">
            <a:extLst>
              <a:ext uri="{FF2B5EF4-FFF2-40B4-BE49-F238E27FC236}">
                <a16:creationId xmlns:a16="http://schemas.microsoft.com/office/drawing/2014/main" id="{CCF84952-0DE3-4BF4-CA77-E0C4B4C2C347}"/>
              </a:ext>
            </a:extLst>
          </p:cNvPr>
          <p:cNvSpPr/>
          <p:nvPr/>
        </p:nvSpPr>
        <p:spPr>
          <a:xfrm rot="5400000">
            <a:off x="3315104" y="-37404"/>
            <a:ext cx="853974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араллелограмм 5">
            <a:extLst>
              <a:ext uri="{FF2B5EF4-FFF2-40B4-BE49-F238E27FC236}">
                <a16:creationId xmlns:a16="http://schemas.microsoft.com/office/drawing/2014/main" id="{BC917EB0-4495-8AE7-6781-9C34DEAE1664}"/>
              </a:ext>
            </a:extLst>
          </p:cNvPr>
          <p:cNvSpPr/>
          <p:nvPr/>
        </p:nvSpPr>
        <p:spPr>
          <a:xfrm>
            <a:off x="509601" y="207770"/>
            <a:ext cx="2774894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7B4244-14A6-933F-196C-613AE4831833}"/>
              </a:ext>
            </a:extLst>
          </p:cNvPr>
          <p:cNvSpPr txBox="1"/>
          <p:nvPr/>
        </p:nvSpPr>
        <p:spPr>
          <a:xfrm>
            <a:off x="790328" y="116179"/>
            <a:ext cx="22449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Сервер</a:t>
            </a:r>
          </a:p>
        </p:txBody>
      </p:sp>
      <p:sp>
        <p:nvSpPr>
          <p:cNvPr id="8" name="Параллелограмм 7">
            <a:extLst>
              <a:ext uri="{FF2B5EF4-FFF2-40B4-BE49-F238E27FC236}">
                <a16:creationId xmlns:a16="http://schemas.microsoft.com/office/drawing/2014/main" id="{1FFBB6AF-A244-A855-F915-7EA834F332D7}"/>
              </a:ext>
            </a:extLst>
          </p:cNvPr>
          <p:cNvSpPr/>
          <p:nvPr/>
        </p:nvSpPr>
        <p:spPr>
          <a:xfrm>
            <a:off x="212913" y="1032088"/>
            <a:ext cx="3864515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C897DA-B09F-D259-DDC2-1C867BD89D91}"/>
              </a:ext>
            </a:extLst>
          </p:cNvPr>
          <p:cNvSpPr txBox="1"/>
          <p:nvPr/>
        </p:nvSpPr>
        <p:spPr>
          <a:xfrm>
            <a:off x="408728" y="956663"/>
            <a:ext cx="3439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Инфраструктура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4CD0420-FDE1-C611-34E8-5100D3F7664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753" y="180206"/>
            <a:ext cx="670675" cy="670675"/>
          </a:xfrm>
          <a:prstGeom prst="rect">
            <a:avLst/>
          </a:prstGeom>
        </p:spPr>
      </p:pic>
      <p:sp useBgFill="1"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7F12364-FD70-202D-A942-DFA278192283}"/>
              </a:ext>
            </a:extLst>
          </p:cNvPr>
          <p:cNvSpPr/>
          <p:nvPr/>
        </p:nvSpPr>
        <p:spPr>
          <a:xfrm>
            <a:off x="5804969" y="346707"/>
            <a:ext cx="2350541" cy="78312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636634-9451-3FC4-DC8D-DB477530D0D6}"/>
              </a:ext>
            </a:extLst>
          </p:cNvPr>
          <p:cNvSpPr txBox="1"/>
          <p:nvPr/>
        </p:nvSpPr>
        <p:spPr>
          <a:xfrm>
            <a:off x="6655641" y="475178"/>
            <a:ext cx="1271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Nginx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AD261A0C-D429-1E17-F2D0-2B789CF1214A}"/>
              </a:ext>
            </a:extLst>
          </p:cNvPr>
          <p:cNvSpPr/>
          <p:nvPr/>
        </p:nvSpPr>
        <p:spPr>
          <a:xfrm>
            <a:off x="6009999" y="408592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37A87C01-B74E-C3C1-2EA9-AC5AA534CD17}"/>
              </a:ext>
            </a:extLst>
          </p:cNvPr>
          <p:cNvSpPr/>
          <p:nvPr/>
        </p:nvSpPr>
        <p:spPr>
          <a:xfrm>
            <a:off x="8489858" y="347611"/>
            <a:ext cx="2634897" cy="783121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8654AC-C331-BBAA-ABF3-F5011A60E80C}"/>
              </a:ext>
            </a:extLst>
          </p:cNvPr>
          <p:cNvSpPr txBox="1"/>
          <p:nvPr/>
        </p:nvSpPr>
        <p:spPr>
          <a:xfrm>
            <a:off x="9339932" y="476083"/>
            <a:ext cx="1556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FastAPI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F8E9B361-4A81-79EE-296F-89DD1FF78F51}"/>
              </a:ext>
            </a:extLst>
          </p:cNvPr>
          <p:cNvSpPr/>
          <p:nvPr/>
        </p:nvSpPr>
        <p:spPr>
          <a:xfrm>
            <a:off x="8694289" y="409497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0655A658-A01C-332D-9859-5A7FEFAED548}"/>
              </a:ext>
            </a:extLst>
          </p:cNvPr>
          <p:cNvSpPr/>
          <p:nvPr/>
        </p:nvSpPr>
        <p:spPr>
          <a:xfrm>
            <a:off x="6655641" y="1363651"/>
            <a:ext cx="3282597" cy="783121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958C8B-C665-4235-6D5C-65289245D615}"/>
              </a:ext>
            </a:extLst>
          </p:cNvPr>
          <p:cNvSpPr txBox="1"/>
          <p:nvPr/>
        </p:nvSpPr>
        <p:spPr>
          <a:xfrm>
            <a:off x="7505714" y="1492123"/>
            <a:ext cx="2242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PostgreSQL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EEFAD327-32FA-9BC6-2C02-99DF92499F20}"/>
              </a:ext>
            </a:extLst>
          </p:cNvPr>
          <p:cNvSpPr/>
          <p:nvPr/>
        </p:nvSpPr>
        <p:spPr>
          <a:xfrm>
            <a:off x="6864798" y="1425537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</p:spTree>
    <p:extLst>
      <p:ext uri="{BB962C8B-B14F-4D97-AF65-F5344CB8AC3E}">
        <p14:creationId xmlns:p14="http://schemas.microsoft.com/office/powerpoint/2010/main" val="1381523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2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C0675-CB14-02D3-C3FD-21D5091C9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C54F7A0-94DF-8F2E-4DED-590D8A51C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614FD82-1BC6-9F3F-F48B-5D19DC457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-548600" y="2610589"/>
            <a:ext cx="13474494" cy="10293396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27" name="Freeform 41">
            <a:extLst>
              <a:ext uri="{FF2B5EF4-FFF2-40B4-BE49-F238E27FC236}">
                <a16:creationId xmlns:a16="http://schemas.microsoft.com/office/drawing/2014/main" id="{51528CE9-EE4A-3846-99C4-90AA21C59B33}"/>
              </a:ext>
            </a:extLst>
          </p:cNvPr>
          <p:cNvSpPr>
            <a:spLocks/>
          </p:cNvSpPr>
          <p:nvPr/>
        </p:nvSpPr>
        <p:spPr bwMode="auto">
          <a:xfrm rot="16553816">
            <a:off x="2469409" y="3624339"/>
            <a:ext cx="4650050" cy="3238026"/>
          </a:xfrm>
          <a:custGeom>
            <a:avLst/>
            <a:gdLst>
              <a:gd name="T0" fmla="*/ 6416 w 8211"/>
              <a:gd name="T1" fmla="*/ 0 h 5776"/>
              <a:gd name="T2" fmla="*/ 8211 w 8211"/>
              <a:gd name="T3" fmla="*/ 3109 h 5776"/>
              <a:gd name="T4" fmla="*/ 0 w 8211"/>
              <a:gd name="T5" fmla="*/ 5776 h 5776"/>
              <a:gd name="T6" fmla="*/ 6416 w 8211"/>
              <a:gd name="T7" fmla="*/ 0 h 5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11" h="5776">
                <a:moveTo>
                  <a:pt x="6416" y="0"/>
                </a:moveTo>
                <a:cubicBezTo>
                  <a:pt x="7226" y="899"/>
                  <a:pt x="7837" y="1958"/>
                  <a:pt x="8211" y="3109"/>
                </a:cubicBezTo>
                <a:lnTo>
                  <a:pt x="0" y="5776"/>
                </a:lnTo>
                <a:lnTo>
                  <a:pt x="6416" y="0"/>
                </a:lnTo>
                <a:close/>
              </a:path>
            </a:pathLst>
          </a:custGeom>
          <a:solidFill>
            <a:srgbClr val="FF33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" name="Freeform 41">
            <a:extLst>
              <a:ext uri="{FF2B5EF4-FFF2-40B4-BE49-F238E27FC236}">
                <a16:creationId xmlns:a16="http://schemas.microsoft.com/office/drawing/2014/main" id="{01538999-9D97-2869-52EE-6BD70787DB13}"/>
              </a:ext>
            </a:extLst>
          </p:cNvPr>
          <p:cNvSpPr>
            <a:spLocks/>
          </p:cNvSpPr>
          <p:nvPr/>
        </p:nvSpPr>
        <p:spPr bwMode="auto">
          <a:xfrm rot="18016386">
            <a:off x="3618649" y="3258483"/>
            <a:ext cx="4622408" cy="3248345"/>
          </a:xfrm>
          <a:custGeom>
            <a:avLst/>
            <a:gdLst>
              <a:gd name="T0" fmla="*/ 6416 w 8211"/>
              <a:gd name="T1" fmla="*/ 0 h 5776"/>
              <a:gd name="T2" fmla="*/ 8211 w 8211"/>
              <a:gd name="T3" fmla="*/ 3109 h 5776"/>
              <a:gd name="T4" fmla="*/ 0 w 8211"/>
              <a:gd name="T5" fmla="*/ 5776 h 5776"/>
              <a:gd name="T6" fmla="*/ 6416 w 8211"/>
              <a:gd name="T7" fmla="*/ 0 h 5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11" h="5776">
                <a:moveTo>
                  <a:pt x="6416" y="0"/>
                </a:moveTo>
                <a:cubicBezTo>
                  <a:pt x="7226" y="899"/>
                  <a:pt x="7837" y="1958"/>
                  <a:pt x="8211" y="3109"/>
                </a:cubicBezTo>
                <a:lnTo>
                  <a:pt x="0" y="5776"/>
                </a:lnTo>
                <a:lnTo>
                  <a:pt x="6416" y="0"/>
                </a:lnTo>
                <a:close/>
              </a:path>
            </a:pathLst>
          </a:custGeom>
          <a:solidFill>
            <a:srgbClr val="FF33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98C5F9-1EF0-05ED-C4C7-2AC930DF26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432734">
            <a:off x="2731326" y="4640420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25" name="Freeform 19">
            <a:extLst>
              <a:ext uri="{FF2B5EF4-FFF2-40B4-BE49-F238E27FC236}">
                <a16:creationId xmlns:a16="http://schemas.microsoft.com/office/drawing/2014/main" id="{396AF172-6352-D243-4F21-DB184E04F7C9}"/>
              </a:ext>
            </a:extLst>
          </p:cNvPr>
          <p:cNvSpPr>
            <a:spLocks/>
          </p:cNvSpPr>
          <p:nvPr/>
        </p:nvSpPr>
        <p:spPr bwMode="auto">
          <a:xfrm rot="10800000">
            <a:off x="4640579" y="4884419"/>
            <a:ext cx="3125632" cy="2834638"/>
          </a:xfrm>
          <a:custGeom>
            <a:avLst/>
            <a:gdLst>
              <a:gd name="T0" fmla="*/ 11170 w 11170"/>
              <a:gd name="T1" fmla="*/ 7687 h 10107"/>
              <a:gd name="T2" fmla="*/ 0 w 11170"/>
              <a:gd name="T3" fmla="*/ 7687 h 10107"/>
              <a:gd name="T4" fmla="*/ 5585 w 11170"/>
              <a:gd name="T5" fmla="*/ 0 h 10107"/>
              <a:gd name="T6" fmla="*/ 11170 w 11170"/>
              <a:gd name="T7" fmla="*/ 7687 h 10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170" h="10107">
                <a:moveTo>
                  <a:pt x="11170" y="7687"/>
                </a:moveTo>
                <a:cubicBezTo>
                  <a:pt x="7840" y="10107"/>
                  <a:pt x="3331" y="10107"/>
                  <a:pt x="0" y="7687"/>
                </a:cubicBezTo>
                <a:lnTo>
                  <a:pt x="5585" y="0"/>
                </a:lnTo>
                <a:lnTo>
                  <a:pt x="11170" y="7687"/>
                </a:lnTo>
                <a:close/>
              </a:path>
            </a:pathLst>
          </a:custGeom>
          <a:solidFill>
            <a:srgbClr val="FF33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2400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53F1A4-26A3-94E3-28CE-486A2A294B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619" y="8347196"/>
            <a:ext cx="1418948" cy="141894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C0F352-1D96-DE16-4783-E60764A7E3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260" y="8386915"/>
            <a:ext cx="1714290" cy="141894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85BD462-9DE5-8AD4-B522-1B153DB068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2558" y="6498779"/>
            <a:ext cx="1418948" cy="14189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DDFF17D-78A5-7344-F148-267A9F38ECF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9934" y="5232578"/>
            <a:ext cx="1418944" cy="141894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FD37EF5-5F03-A6BF-E607-C436B322F5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5009" y="6501745"/>
            <a:ext cx="1418944" cy="14189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F22568F-4B8B-7810-1BD8-81162107652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703" y="9071661"/>
            <a:ext cx="1098464" cy="10984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E237747-3470-D8F1-C3DF-54A0E3AABD2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280" y="10072533"/>
            <a:ext cx="1098464" cy="10984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D6F1B7C-3E52-248E-DA4C-14914C1E889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0346" y="10826164"/>
            <a:ext cx="1098464" cy="109846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BBE5C20-E922-F21A-2DB7-DF244B99973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132" y="11158324"/>
            <a:ext cx="1098464" cy="109846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9047D5A-64AE-29C4-F82E-5E3477F9802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150" y="11043469"/>
            <a:ext cx="1098464" cy="109846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903B78E-372D-69E4-90A5-3896DF78139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778" y="9107683"/>
            <a:ext cx="1098464" cy="10984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4159DA5-8C13-6F55-04B0-2F58D97576C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9496" y="10346111"/>
            <a:ext cx="1098464" cy="109846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133A3CA-1566-F57E-18C3-7CC35E5B377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6148" y="6599711"/>
            <a:ext cx="1098464" cy="109846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12CF3CB-E09F-38E6-50C7-57D99105D7E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302" y="5314025"/>
            <a:ext cx="1098466" cy="109846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E7A8C8E-57B6-E6AE-F5CA-D977A571F66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394" y="4267219"/>
            <a:ext cx="1089354" cy="108935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B4DE513-B94A-A948-D3B8-ADC63AC1536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129" y="3163938"/>
            <a:ext cx="1098464" cy="109846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4D62B43-EDAF-A301-1464-702DE72426B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2542" y="3597358"/>
            <a:ext cx="1078992" cy="107899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2B74115-4F56-6458-D2E1-04F39690CCD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6570" y="4926605"/>
            <a:ext cx="1088220" cy="108822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7421A767-A6D9-77D7-2F16-7EF673FCFB22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5237" y="7246060"/>
            <a:ext cx="1088220" cy="108822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B5F4DD9-DB89-8054-15D6-99FAF65BD9D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560" y="3370083"/>
            <a:ext cx="1088220" cy="108822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0572201-1790-9586-A8EE-198235361CB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192" y="7821999"/>
            <a:ext cx="1088220" cy="1088220"/>
          </a:xfrm>
          <a:prstGeom prst="rect">
            <a:avLst/>
          </a:prstGeom>
        </p:spPr>
      </p:pic>
      <p:sp>
        <p:nvSpPr>
          <p:cNvPr id="20" name="Параллелограмм 19">
            <a:extLst>
              <a:ext uri="{FF2B5EF4-FFF2-40B4-BE49-F238E27FC236}">
                <a16:creationId xmlns:a16="http://schemas.microsoft.com/office/drawing/2014/main" id="{6924C8E2-3752-18B9-F8E8-EC32237BC38A}"/>
              </a:ext>
            </a:extLst>
          </p:cNvPr>
          <p:cNvSpPr/>
          <p:nvPr/>
        </p:nvSpPr>
        <p:spPr>
          <a:xfrm>
            <a:off x="223398" y="119310"/>
            <a:ext cx="3424431" cy="85419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: скругленные верхние углы 29">
            <a:extLst>
              <a:ext uri="{FF2B5EF4-FFF2-40B4-BE49-F238E27FC236}">
                <a16:creationId xmlns:a16="http://schemas.microsoft.com/office/drawing/2014/main" id="{158C3BAA-D293-8B0E-BD76-327156275BDE}"/>
              </a:ext>
            </a:extLst>
          </p:cNvPr>
          <p:cNvSpPr/>
          <p:nvPr/>
        </p:nvSpPr>
        <p:spPr>
          <a:xfrm rot="5400000">
            <a:off x="3315104" y="-37404"/>
            <a:ext cx="853974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араллелограмм 30">
            <a:extLst>
              <a:ext uri="{FF2B5EF4-FFF2-40B4-BE49-F238E27FC236}">
                <a16:creationId xmlns:a16="http://schemas.microsoft.com/office/drawing/2014/main" id="{0720F15A-7046-22B7-013E-1411EE8889C3}"/>
              </a:ext>
            </a:extLst>
          </p:cNvPr>
          <p:cNvSpPr/>
          <p:nvPr/>
        </p:nvSpPr>
        <p:spPr>
          <a:xfrm>
            <a:off x="509601" y="207770"/>
            <a:ext cx="2774894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6A50FA-7A77-4DFB-4EB8-BB7FCF6995CE}"/>
              </a:ext>
            </a:extLst>
          </p:cNvPr>
          <p:cNvSpPr txBox="1"/>
          <p:nvPr/>
        </p:nvSpPr>
        <p:spPr>
          <a:xfrm>
            <a:off x="790328" y="116179"/>
            <a:ext cx="22449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Сервер</a:t>
            </a:r>
          </a:p>
        </p:txBody>
      </p:sp>
      <p:sp>
        <p:nvSpPr>
          <p:cNvPr id="33" name="Параллелограмм 32">
            <a:extLst>
              <a:ext uri="{FF2B5EF4-FFF2-40B4-BE49-F238E27FC236}">
                <a16:creationId xmlns:a16="http://schemas.microsoft.com/office/drawing/2014/main" id="{8EF9F6AB-7349-C99F-7A5B-2B3F02B31486}"/>
              </a:ext>
            </a:extLst>
          </p:cNvPr>
          <p:cNvSpPr/>
          <p:nvPr/>
        </p:nvSpPr>
        <p:spPr>
          <a:xfrm>
            <a:off x="616139" y="1045321"/>
            <a:ext cx="2149287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8F54A1-631B-0EF7-E53C-BE5112C77509}"/>
              </a:ext>
            </a:extLst>
          </p:cNvPr>
          <p:cNvSpPr txBox="1"/>
          <p:nvPr/>
        </p:nvSpPr>
        <p:spPr>
          <a:xfrm>
            <a:off x="811955" y="969896"/>
            <a:ext cx="17375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tx2"/>
                </a:solidFill>
                <a:latin typeface="Franklin Gothic Heavy" panose="020B0903020102020204" pitchFamily="34" charset="0"/>
              </a:rPr>
              <a:t>FastAPI</a:t>
            </a:r>
            <a:endParaRPr lang="ru-RU" sz="3200" dirty="0">
              <a:solidFill>
                <a:schemeClr val="tx2"/>
              </a:solidFill>
              <a:latin typeface="Franklin Gothic Heavy" panose="020B0903020102020204" pitchFamily="34" charset="0"/>
            </a:endParaRP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FD1157B5-9834-8ABB-E8B4-8652E49E94E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753" y="180206"/>
            <a:ext cx="670675" cy="670675"/>
          </a:xfrm>
          <a:prstGeom prst="rect">
            <a:avLst/>
          </a:prstGeom>
        </p:spPr>
      </p:pic>
      <p:sp useBgFill="1"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C3E4F56E-BD51-B374-0B3D-648686BAB704}"/>
              </a:ext>
            </a:extLst>
          </p:cNvPr>
          <p:cNvSpPr/>
          <p:nvPr/>
        </p:nvSpPr>
        <p:spPr>
          <a:xfrm>
            <a:off x="8838044" y="1389667"/>
            <a:ext cx="2350541" cy="78312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1627DC-F267-D49A-DE69-41BB16773482}"/>
              </a:ext>
            </a:extLst>
          </p:cNvPr>
          <p:cNvSpPr txBox="1"/>
          <p:nvPr/>
        </p:nvSpPr>
        <p:spPr>
          <a:xfrm>
            <a:off x="9688716" y="1518138"/>
            <a:ext cx="1271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HTTPS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2E384E22-BAB9-CEB4-37F8-ECF1A96D499F}"/>
              </a:ext>
            </a:extLst>
          </p:cNvPr>
          <p:cNvSpPr/>
          <p:nvPr/>
        </p:nvSpPr>
        <p:spPr>
          <a:xfrm>
            <a:off x="9043074" y="1451552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C7DCBAF1-9AE7-90B4-B9F3-73AA65558DA3}"/>
              </a:ext>
            </a:extLst>
          </p:cNvPr>
          <p:cNvSpPr/>
          <p:nvPr/>
        </p:nvSpPr>
        <p:spPr>
          <a:xfrm>
            <a:off x="5425019" y="1389666"/>
            <a:ext cx="3208594" cy="783121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6F302F-505C-0AEB-337D-BE95286D3E2A}"/>
              </a:ext>
            </a:extLst>
          </p:cNvPr>
          <p:cNvSpPr txBox="1"/>
          <p:nvPr/>
        </p:nvSpPr>
        <p:spPr>
          <a:xfrm>
            <a:off x="6275092" y="1518138"/>
            <a:ext cx="2277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SSL Pinning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C2E516FF-A8F7-1900-9516-48DD6285934C}"/>
              </a:ext>
            </a:extLst>
          </p:cNvPr>
          <p:cNvSpPr/>
          <p:nvPr/>
        </p:nvSpPr>
        <p:spPr>
          <a:xfrm>
            <a:off x="5629450" y="1451552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293619E8-5A5F-FD1F-7CDB-998CFF2A68C8}"/>
              </a:ext>
            </a:extLst>
          </p:cNvPr>
          <p:cNvSpPr/>
          <p:nvPr/>
        </p:nvSpPr>
        <p:spPr>
          <a:xfrm>
            <a:off x="7023463" y="370988"/>
            <a:ext cx="2779090" cy="783121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B8D3F98-B3CC-8063-296D-958173B0DC99}"/>
              </a:ext>
            </a:extLst>
          </p:cNvPr>
          <p:cNvSpPr txBox="1"/>
          <p:nvPr/>
        </p:nvSpPr>
        <p:spPr>
          <a:xfrm>
            <a:off x="7873535" y="499460"/>
            <a:ext cx="1929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Rate limit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68F01ADF-3F9A-102B-DCFA-6EEFA681B1CD}"/>
              </a:ext>
            </a:extLst>
          </p:cNvPr>
          <p:cNvSpPr/>
          <p:nvPr/>
        </p:nvSpPr>
        <p:spPr>
          <a:xfrm>
            <a:off x="7232619" y="432874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>
        <p:nvSpPr>
          <p:cNvPr id="45" name="Стрелка: шеврон 44">
            <a:extLst>
              <a:ext uri="{FF2B5EF4-FFF2-40B4-BE49-F238E27FC236}">
                <a16:creationId xmlns:a16="http://schemas.microsoft.com/office/drawing/2014/main" id="{6AAD3114-78D4-315A-28C0-51795D8B3891}"/>
              </a:ext>
            </a:extLst>
          </p:cNvPr>
          <p:cNvSpPr/>
          <p:nvPr/>
        </p:nvSpPr>
        <p:spPr>
          <a:xfrm>
            <a:off x="7576354" y="-1165250"/>
            <a:ext cx="2054531" cy="854199"/>
          </a:xfrm>
          <a:prstGeom prst="chevron">
            <a:avLst>
              <a:gd name="adj" fmla="val 42382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/</a:t>
            </a:r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api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/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6" name="Стрелка: шеврон 45">
            <a:extLst>
              <a:ext uri="{FF2B5EF4-FFF2-40B4-BE49-F238E27FC236}">
                <a16:creationId xmlns:a16="http://schemas.microsoft.com/office/drawing/2014/main" id="{8F1D2EBA-66B2-3E0C-7231-04FB7BD5CC63}"/>
              </a:ext>
            </a:extLst>
          </p:cNvPr>
          <p:cNvSpPr/>
          <p:nvPr/>
        </p:nvSpPr>
        <p:spPr>
          <a:xfrm>
            <a:off x="9364544" y="-1165250"/>
            <a:ext cx="2537826" cy="854199"/>
          </a:xfrm>
          <a:prstGeom prst="chevron">
            <a:avLst>
              <a:gd name="adj" fmla="val 42382"/>
            </a:avLst>
          </a:prstGeom>
          <a:solidFill>
            <a:srgbClr val="290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FastAPI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7" name="Стрелка: шеврон 46">
            <a:extLst>
              <a:ext uri="{FF2B5EF4-FFF2-40B4-BE49-F238E27FC236}">
                <a16:creationId xmlns:a16="http://schemas.microsoft.com/office/drawing/2014/main" id="{33D87578-22CA-8916-6175-970822F3EE6A}"/>
              </a:ext>
            </a:extLst>
          </p:cNvPr>
          <p:cNvSpPr/>
          <p:nvPr/>
        </p:nvSpPr>
        <p:spPr>
          <a:xfrm>
            <a:off x="5042035" y="-2189373"/>
            <a:ext cx="2684904" cy="854199"/>
          </a:xfrm>
          <a:prstGeom prst="chevron">
            <a:avLst>
              <a:gd name="adj" fmla="val 42382"/>
            </a:avLst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/updates/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8" name="Стрелка: шеврон 47">
            <a:extLst>
              <a:ext uri="{FF2B5EF4-FFF2-40B4-BE49-F238E27FC236}">
                <a16:creationId xmlns:a16="http://schemas.microsoft.com/office/drawing/2014/main" id="{AFC0EFA8-020C-679A-2970-F07613775BEC}"/>
              </a:ext>
            </a:extLst>
          </p:cNvPr>
          <p:cNvSpPr/>
          <p:nvPr/>
        </p:nvSpPr>
        <p:spPr>
          <a:xfrm>
            <a:off x="7490466" y="-2181382"/>
            <a:ext cx="4361917" cy="854199"/>
          </a:xfrm>
          <a:prstGeom prst="chevron">
            <a:avLst>
              <a:gd name="adj" fmla="val 4238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файлы обновлений</a:t>
            </a:r>
          </a:p>
        </p:txBody>
      </p:sp>
      <p:sp>
        <p:nvSpPr>
          <p:cNvPr id="49" name="Стрелка: шеврон 48">
            <a:extLst>
              <a:ext uri="{FF2B5EF4-FFF2-40B4-BE49-F238E27FC236}">
                <a16:creationId xmlns:a16="http://schemas.microsoft.com/office/drawing/2014/main" id="{A9F90290-511F-6582-B8F4-5CC1CC7BEF63}"/>
              </a:ext>
            </a:extLst>
          </p:cNvPr>
          <p:cNvSpPr/>
          <p:nvPr/>
        </p:nvSpPr>
        <p:spPr>
          <a:xfrm>
            <a:off x="4408686" y="-3161880"/>
            <a:ext cx="3146291" cy="854199"/>
          </a:xfrm>
          <a:prstGeom prst="chevron">
            <a:avLst>
              <a:gd name="adj" fmla="val 42382"/>
            </a:avLst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postalapp.ru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50" name="Стрелка: шеврон 49">
            <a:extLst>
              <a:ext uri="{FF2B5EF4-FFF2-40B4-BE49-F238E27FC236}">
                <a16:creationId xmlns:a16="http://schemas.microsoft.com/office/drawing/2014/main" id="{00E8284A-63B1-D35A-2897-3434499A85CA}"/>
              </a:ext>
            </a:extLst>
          </p:cNvPr>
          <p:cNvSpPr/>
          <p:nvPr/>
        </p:nvSpPr>
        <p:spPr>
          <a:xfrm>
            <a:off x="7288635" y="-3161880"/>
            <a:ext cx="3242123" cy="854199"/>
          </a:xfrm>
          <a:prstGeom prst="chevron">
            <a:avLst>
              <a:gd name="adj" fmla="val 4238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сайт (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HTTPS)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272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8C415-4A34-561B-CB40-090877236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72DDEE5-F960-EBEE-436F-AFD2EF09CA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D33F2C4-D75D-825B-DE9A-AFBDB8C84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377293">
            <a:off x="-548600" y="2610589"/>
            <a:ext cx="13474494" cy="10293396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33" name="Freeform 41">
            <a:extLst>
              <a:ext uri="{FF2B5EF4-FFF2-40B4-BE49-F238E27FC236}">
                <a16:creationId xmlns:a16="http://schemas.microsoft.com/office/drawing/2014/main" id="{8FEF6FB2-6014-974D-8447-406C5C5D738F}"/>
              </a:ext>
            </a:extLst>
          </p:cNvPr>
          <p:cNvSpPr>
            <a:spLocks/>
          </p:cNvSpPr>
          <p:nvPr/>
        </p:nvSpPr>
        <p:spPr bwMode="auto">
          <a:xfrm rot="17996726">
            <a:off x="3649129" y="3253403"/>
            <a:ext cx="4622408" cy="3248345"/>
          </a:xfrm>
          <a:custGeom>
            <a:avLst/>
            <a:gdLst>
              <a:gd name="T0" fmla="*/ 6416 w 8211"/>
              <a:gd name="T1" fmla="*/ 0 h 5776"/>
              <a:gd name="T2" fmla="*/ 8211 w 8211"/>
              <a:gd name="T3" fmla="*/ 3109 h 5776"/>
              <a:gd name="T4" fmla="*/ 0 w 8211"/>
              <a:gd name="T5" fmla="*/ 5776 h 5776"/>
              <a:gd name="T6" fmla="*/ 6416 w 8211"/>
              <a:gd name="T7" fmla="*/ 0 h 5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11" h="5776">
                <a:moveTo>
                  <a:pt x="6416" y="0"/>
                </a:moveTo>
                <a:cubicBezTo>
                  <a:pt x="7226" y="899"/>
                  <a:pt x="7837" y="1958"/>
                  <a:pt x="8211" y="3109"/>
                </a:cubicBezTo>
                <a:lnTo>
                  <a:pt x="0" y="5776"/>
                </a:lnTo>
                <a:lnTo>
                  <a:pt x="6416" y="0"/>
                </a:lnTo>
                <a:close/>
              </a:path>
            </a:pathLst>
          </a:custGeom>
          <a:solidFill>
            <a:srgbClr val="FF33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" name="Freeform 41">
            <a:extLst>
              <a:ext uri="{FF2B5EF4-FFF2-40B4-BE49-F238E27FC236}">
                <a16:creationId xmlns:a16="http://schemas.microsoft.com/office/drawing/2014/main" id="{D1380436-3EB0-D338-619C-D6BAABF85B38}"/>
              </a:ext>
            </a:extLst>
          </p:cNvPr>
          <p:cNvSpPr>
            <a:spLocks/>
          </p:cNvSpPr>
          <p:nvPr/>
        </p:nvSpPr>
        <p:spPr bwMode="auto">
          <a:xfrm rot="16583249">
            <a:off x="2487079" y="3609003"/>
            <a:ext cx="4622408" cy="3248345"/>
          </a:xfrm>
          <a:custGeom>
            <a:avLst/>
            <a:gdLst>
              <a:gd name="T0" fmla="*/ 6416 w 8211"/>
              <a:gd name="T1" fmla="*/ 0 h 5776"/>
              <a:gd name="T2" fmla="*/ 8211 w 8211"/>
              <a:gd name="T3" fmla="*/ 3109 h 5776"/>
              <a:gd name="T4" fmla="*/ 0 w 8211"/>
              <a:gd name="T5" fmla="*/ 5776 h 5776"/>
              <a:gd name="T6" fmla="*/ 6416 w 8211"/>
              <a:gd name="T7" fmla="*/ 0 h 5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11" h="5776">
                <a:moveTo>
                  <a:pt x="6416" y="0"/>
                </a:moveTo>
                <a:cubicBezTo>
                  <a:pt x="7226" y="899"/>
                  <a:pt x="7837" y="1958"/>
                  <a:pt x="8211" y="3109"/>
                </a:cubicBezTo>
                <a:lnTo>
                  <a:pt x="0" y="5776"/>
                </a:lnTo>
                <a:lnTo>
                  <a:pt x="6416" y="0"/>
                </a:lnTo>
                <a:close/>
              </a:path>
            </a:pathLst>
          </a:custGeom>
          <a:solidFill>
            <a:srgbClr val="FF33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79983D-B5F1-A189-6C25-592CC3292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010027">
            <a:off x="2731326" y="4640420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29" name="Freeform 19">
            <a:extLst>
              <a:ext uri="{FF2B5EF4-FFF2-40B4-BE49-F238E27FC236}">
                <a16:creationId xmlns:a16="http://schemas.microsoft.com/office/drawing/2014/main" id="{379C6168-CA81-77F3-E738-C930F615CA18}"/>
              </a:ext>
            </a:extLst>
          </p:cNvPr>
          <p:cNvSpPr>
            <a:spLocks/>
          </p:cNvSpPr>
          <p:nvPr/>
        </p:nvSpPr>
        <p:spPr bwMode="auto">
          <a:xfrm rot="9392477">
            <a:off x="4049251" y="5007865"/>
            <a:ext cx="3139690" cy="2834638"/>
          </a:xfrm>
          <a:custGeom>
            <a:avLst/>
            <a:gdLst>
              <a:gd name="T0" fmla="*/ 11170 w 11170"/>
              <a:gd name="T1" fmla="*/ 7687 h 10107"/>
              <a:gd name="T2" fmla="*/ 0 w 11170"/>
              <a:gd name="T3" fmla="*/ 7687 h 10107"/>
              <a:gd name="T4" fmla="*/ 5585 w 11170"/>
              <a:gd name="T5" fmla="*/ 0 h 10107"/>
              <a:gd name="T6" fmla="*/ 11170 w 11170"/>
              <a:gd name="T7" fmla="*/ 7687 h 10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170" h="10107">
                <a:moveTo>
                  <a:pt x="11170" y="7687"/>
                </a:moveTo>
                <a:cubicBezTo>
                  <a:pt x="7840" y="10107"/>
                  <a:pt x="3331" y="10107"/>
                  <a:pt x="0" y="7687"/>
                </a:cubicBezTo>
                <a:lnTo>
                  <a:pt x="5585" y="0"/>
                </a:lnTo>
                <a:lnTo>
                  <a:pt x="11170" y="7687"/>
                </a:lnTo>
                <a:close/>
              </a:path>
            </a:pathLst>
          </a:custGeom>
          <a:solidFill>
            <a:srgbClr val="FF33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2400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8B0A89-4559-41DF-604B-F2AADFA168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119" y="7834280"/>
            <a:ext cx="1418948" cy="141894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1F87D8-0BEC-ED1B-60CF-B084505183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660" y="8547099"/>
            <a:ext cx="1714290" cy="141894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D389624-A029-FA23-216C-EA03A655EB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758" y="7179663"/>
            <a:ext cx="1418948" cy="14189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0526CA1-C98F-F801-BBAB-30B96CD167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234" y="5439056"/>
            <a:ext cx="1418944" cy="141894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C6C3E3F-87CB-C41C-5DC5-8D3AD23FE7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009" y="5861829"/>
            <a:ext cx="1418944" cy="14189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EA6EBCD-A87B-C5FE-8D96-5C4A4180CE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703" y="7428445"/>
            <a:ext cx="1098464" cy="10984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7F8CEB5-8833-7D19-9931-C367E46B130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5780" y="8645217"/>
            <a:ext cx="1098464" cy="10984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E9ED1B0-20F0-E918-61A4-64792841FDC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146" y="9856048"/>
            <a:ext cx="1098464" cy="109846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9DA8490-4CED-DFA2-FB05-5F0833CD186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232" y="10645408"/>
            <a:ext cx="1098464" cy="109846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38A6740-5745-006F-2B1A-2648F6F33CD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350" y="11089353"/>
            <a:ext cx="1098464" cy="109846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49FD5D7-0D4D-51F2-8956-2B91432A2E3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978" y="10398167"/>
            <a:ext cx="1098464" cy="10984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A5FE793-F270-9990-FA82-BEB10263A9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096" y="11026995"/>
            <a:ext cx="1098464" cy="109846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7A18E1D-6302-0C42-9221-6262FD31EAE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348" y="8233095"/>
            <a:ext cx="1098464" cy="109846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A27F992-E8AB-C67E-EB9A-1FE835DFBE4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702" y="6959600"/>
            <a:ext cx="1098466" cy="109846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6F80043-B0A8-E3DD-5B0E-1B681D85F36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194" y="5679746"/>
            <a:ext cx="1089354" cy="108935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62A0369-6BAB-B467-F3F8-EAE314B99F6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129" y="3552722"/>
            <a:ext cx="1098464" cy="109846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08CF0AC-952A-B362-F055-4A6399CEE26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142" y="3173342"/>
            <a:ext cx="1078992" cy="107899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7677536-DEC7-E335-A4F1-4AE5ACA0673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2770" y="3715189"/>
            <a:ext cx="1088220" cy="108822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3C8AA75D-0B00-35AB-89A2-41EB6DB777D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3137" y="5503080"/>
            <a:ext cx="1088220" cy="108822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A4E98D6C-354E-70FB-0885-E183CC740B4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817" y="4394722"/>
            <a:ext cx="1088220" cy="108822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AD2856C9-E83A-BEC4-6D20-3181ADFD7F4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337" y="9389878"/>
            <a:ext cx="1088220" cy="1088220"/>
          </a:xfrm>
          <a:prstGeom prst="rect">
            <a:avLst/>
          </a:prstGeom>
        </p:spPr>
      </p:pic>
      <p:sp>
        <p:nvSpPr>
          <p:cNvPr id="20" name="Параллелограмм 19">
            <a:extLst>
              <a:ext uri="{FF2B5EF4-FFF2-40B4-BE49-F238E27FC236}">
                <a16:creationId xmlns:a16="http://schemas.microsoft.com/office/drawing/2014/main" id="{7E9618C3-5B20-AB1C-A11F-4FEBF4DB291F}"/>
              </a:ext>
            </a:extLst>
          </p:cNvPr>
          <p:cNvSpPr/>
          <p:nvPr/>
        </p:nvSpPr>
        <p:spPr>
          <a:xfrm>
            <a:off x="223398" y="119310"/>
            <a:ext cx="3424431" cy="85419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: скругленные верхние углы 24">
            <a:extLst>
              <a:ext uri="{FF2B5EF4-FFF2-40B4-BE49-F238E27FC236}">
                <a16:creationId xmlns:a16="http://schemas.microsoft.com/office/drawing/2014/main" id="{1E13A300-9604-1447-C61B-9BFA0CEE516F}"/>
              </a:ext>
            </a:extLst>
          </p:cNvPr>
          <p:cNvSpPr/>
          <p:nvPr/>
        </p:nvSpPr>
        <p:spPr>
          <a:xfrm rot="5400000">
            <a:off x="3315104" y="-37404"/>
            <a:ext cx="853974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араллелограмм 25">
            <a:extLst>
              <a:ext uri="{FF2B5EF4-FFF2-40B4-BE49-F238E27FC236}">
                <a16:creationId xmlns:a16="http://schemas.microsoft.com/office/drawing/2014/main" id="{3082B9B7-7A56-D998-4E34-7F498FA7D1C8}"/>
              </a:ext>
            </a:extLst>
          </p:cNvPr>
          <p:cNvSpPr/>
          <p:nvPr/>
        </p:nvSpPr>
        <p:spPr>
          <a:xfrm>
            <a:off x="509601" y="207770"/>
            <a:ext cx="2774894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D1DC01-32F7-C69F-B085-7182A235AE56}"/>
              </a:ext>
            </a:extLst>
          </p:cNvPr>
          <p:cNvSpPr txBox="1"/>
          <p:nvPr/>
        </p:nvSpPr>
        <p:spPr>
          <a:xfrm>
            <a:off x="790328" y="116179"/>
            <a:ext cx="22449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Сервер</a:t>
            </a:r>
          </a:p>
        </p:txBody>
      </p:sp>
      <p:sp>
        <p:nvSpPr>
          <p:cNvPr id="28" name="Параллелограмм 27">
            <a:extLst>
              <a:ext uri="{FF2B5EF4-FFF2-40B4-BE49-F238E27FC236}">
                <a16:creationId xmlns:a16="http://schemas.microsoft.com/office/drawing/2014/main" id="{B7F8D0C4-0229-5830-C705-D888C6BB28DE}"/>
              </a:ext>
            </a:extLst>
          </p:cNvPr>
          <p:cNvSpPr/>
          <p:nvPr/>
        </p:nvSpPr>
        <p:spPr>
          <a:xfrm>
            <a:off x="790328" y="1045553"/>
            <a:ext cx="1746061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B42797-45C3-B39A-FE48-97F3A36280B7}"/>
              </a:ext>
            </a:extLst>
          </p:cNvPr>
          <p:cNvSpPr txBox="1"/>
          <p:nvPr/>
        </p:nvSpPr>
        <p:spPr>
          <a:xfrm>
            <a:off x="986145" y="970128"/>
            <a:ext cx="1316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Nginx</a:t>
            </a:r>
            <a:endParaRPr lang="ru-RU" sz="3200" dirty="0">
              <a:solidFill>
                <a:schemeClr val="tx2"/>
              </a:solidFill>
              <a:latin typeface="Franklin Gothic Heavy" panose="020B0903020102020204" pitchFamily="34" charset="0"/>
            </a:endParaRP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A1DFE0FC-D5AC-6C14-7FA4-F15C191A636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753" y="180206"/>
            <a:ext cx="670675" cy="670675"/>
          </a:xfrm>
          <a:prstGeom prst="rect">
            <a:avLst/>
          </a:prstGeom>
        </p:spPr>
      </p:pic>
      <p:sp useBgFill="1"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172A09DE-A26F-1417-5AC3-5B84D5B2D573}"/>
              </a:ext>
            </a:extLst>
          </p:cNvPr>
          <p:cNvSpPr/>
          <p:nvPr/>
        </p:nvSpPr>
        <p:spPr>
          <a:xfrm>
            <a:off x="16165477" y="1442515"/>
            <a:ext cx="2350541" cy="783120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FF167F-E5BB-B36F-CEB9-7F4B5269EAE5}"/>
              </a:ext>
            </a:extLst>
          </p:cNvPr>
          <p:cNvSpPr txBox="1"/>
          <p:nvPr/>
        </p:nvSpPr>
        <p:spPr>
          <a:xfrm>
            <a:off x="17016149" y="1570986"/>
            <a:ext cx="1271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HTTPS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084C4F65-F558-D6BC-4B2D-3E7557A724DD}"/>
              </a:ext>
            </a:extLst>
          </p:cNvPr>
          <p:cNvSpPr/>
          <p:nvPr/>
        </p:nvSpPr>
        <p:spPr>
          <a:xfrm>
            <a:off x="16370507" y="1504400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39" name="Прямоугольник: скругленные углы 38">
            <a:extLst>
              <a:ext uri="{FF2B5EF4-FFF2-40B4-BE49-F238E27FC236}">
                <a16:creationId xmlns:a16="http://schemas.microsoft.com/office/drawing/2014/main" id="{9CFDF056-5400-28A4-10A7-CB634159C1D9}"/>
              </a:ext>
            </a:extLst>
          </p:cNvPr>
          <p:cNvSpPr/>
          <p:nvPr/>
        </p:nvSpPr>
        <p:spPr>
          <a:xfrm>
            <a:off x="12752452" y="1442514"/>
            <a:ext cx="3208594" cy="783121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D24B22-0EB3-0B7E-EF29-9DB6D9588923}"/>
              </a:ext>
            </a:extLst>
          </p:cNvPr>
          <p:cNvSpPr txBox="1"/>
          <p:nvPr/>
        </p:nvSpPr>
        <p:spPr>
          <a:xfrm>
            <a:off x="13602525" y="1570986"/>
            <a:ext cx="2277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SSL Pinning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82DD78BF-7B12-6386-C663-582AECB9EC71}"/>
              </a:ext>
            </a:extLst>
          </p:cNvPr>
          <p:cNvSpPr/>
          <p:nvPr/>
        </p:nvSpPr>
        <p:spPr>
          <a:xfrm>
            <a:off x="12956883" y="1504400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 useBgFill="1"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55F072F6-EB53-F8E0-27BE-C3BE6E49CE64}"/>
              </a:ext>
            </a:extLst>
          </p:cNvPr>
          <p:cNvSpPr/>
          <p:nvPr/>
        </p:nvSpPr>
        <p:spPr>
          <a:xfrm>
            <a:off x="14350896" y="423836"/>
            <a:ext cx="2779090" cy="783121"/>
          </a:xfrm>
          <a:prstGeom prst="roundRect">
            <a:avLst>
              <a:gd name="adj" fmla="val 50000"/>
            </a:avLst>
          </a:prstGeom>
          <a:ln w="19050"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9E21FD-BEDB-CEE6-A86C-C98C0CF9A271}"/>
              </a:ext>
            </a:extLst>
          </p:cNvPr>
          <p:cNvSpPr txBox="1"/>
          <p:nvPr/>
        </p:nvSpPr>
        <p:spPr>
          <a:xfrm>
            <a:off x="15200968" y="552308"/>
            <a:ext cx="19290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Rate limit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E4DEF127-0F9B-2771-4C0B-3E97FA1F9DE6}"/>
              </a:ext>
            </a:extLst>
          </p:cNvPr>
          <p:cNvSpPr/>
          <p:nvPr/>
        </p:nvSpPr>
        <p:spPr>
          <a:xfrm>
            <a:off x="14560052" y="485722"/>
            <a:ext cx="645642" cy="64564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  <a:effectLst>
            <a:innerShdw blurRad="3175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❖</a:t>
            </a:r>
          </a:p>
        </p:txBody>
      </p:sp>
      <p:sp>
        <p:nvSpPr>
          <p:cNvPr id="45" name="Стрелка: шеврон 44">
            <a:extLst>
              <a:ext uri="{FF2B5EF4-FFF2-40B4-BE49-F238E27FC236}">
                <a16:creationId xmlns:a16="http://schemas.microsoft.com/office/drawing/2014/main" id="{48DD7BD9-98F6-1F23-AEB0-D6492F02B6AF}"/>
              </a:ext>
            </a:extLst>
          </p:cNvPr>
          <p:cNvSpPr/>
          <p:nvPr/>
        </p:nvSpPr>
        <p:spPr>
          <a:xfrm>
            <a:off x="7742271" y="2075227"/>
            <a:ext cx="2054531" cy="854199"/>
          </a:xfrm>
          <a:prstGeom prst="chevron">
            <a:avLst>
              <a:gd name="adj" fmla="val 42382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/</a:t>
            </a:r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api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/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6" name="Стрелка: шеврон 45">
            <a:extLst>
              <a:ext uri="{FF2B5EF4-FFF2-40B4-BE49-F238E27FC236}">
                <a16:creationId xmlns:a16="http://schemas.microsoft.com/office/drawing/2014/main" id="{490C6300-AFD0-8CA7-4939-E6E773F91F04}"/>
              </a:ext>
            </a:extLst>
          </p:cNvPr>
          <p:cNvSpPr/>
          <p:nvPr/>
        </p:nvSpPr>
        <p:spPr>
          <a:xfrm>
            <a:off x="9530461" y="2075227"/>
            <a:ext cx="2537826" cy="854199"/>
          </a:xfrm>
          <a:prstGeom prst="chevron">
            <a:avLst>
              <a:gd name="adj" fmla="val 42382"/>
            </a:avLst>
          </a:prstGeom>
          <a:solidFill>
            <a:srgbClr val="290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FastAPI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7" name="Стрелка: шеврон 46">
            <a:extLst>
              <a:ext uri="{FF2B5EF4-FFF2-40B4-BE49-F238E27FC236}">
                <a16:creationId xmlns:a16="http://schemas.microsoft.com/office/drawing/2014/main" id="{F0A61AFB-2433-4B13-05FF-CB839344604C}"/>
              </a:ext>
            </a:extLst>
          </p:cNvPr>
          <p:cNvSpPr/>
          <p:nvPr/>
        </p:nvSpPr>
        <p:spPr>
          <a:xfrm>
            <a:off x="5207952" y="1051104"/>
            <a:ext cx="2684904" cy="854199"/>
          </a:xfrm>
          <a:prstGeom prst="chevron">
            <a:avLst>
              <a:gd name="adj" fmla="val 42382"/>
            </a:avLst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/updates/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8" name="Стрелка: шеврон 47">
            <a:extLst>
              <a:ext uri="{FF2B5EF4-FFF2-40B4-BE49-F238E27FC236}">
                <a16:creationId xmlns:a16="http://schemas.microsoft.com/office/drawing/2014/main" id="{8A4CF01D-B47A-AE3F-CBC8-0C9E650D48C8}"/>
              </a:ext>
            </a:extLst>
          </p:cNvPr>
          <p:cNvSpPr/>
          <p:nvPr/>
        </p:nvSpPr>
        <p:spPr>
          <a:xfrm>
            <a:off x="7656383" y="1059095"/>
            <a:ext cx="4361917" cy="854199"/>
          </a:xfrm>
          <a:prstGeom prst="chevron">
            <a:avLst>
              <a:gd name="adj" fmla="val 4238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файлы обновлений</a:t>
            </a:r>
          </a:p>
        </p:txBody>
      </p:sp>
      <p:sp>
        <p:nvSpPr>
          <p:cNvPr id="51" name="Стрелка: шеврон 50">
            <a:extLst>
              <a:ext uri="{FF2B5EF4-FFF2-40B4-BE49-F238E27FC236}">
                <a16:creationId xmlns:a16="http://schemas.microsoft.com/office/drawing/2014/main" id="{3700D316-A9C3-A7EC-A381-6F6F62DA3A58}"/>
              </a:ext>
            </a:extLst>
          </p:cNvPr>
          <p:cNvSpPr/>
          <p:nvPr/>
        </p:nvSpPr>
        <p:spPr>
          <a:xfrm>
            <a:off x="4574603" y="78597"/>
            <a:ext cx="3146291" cy="854199"/>
          </a:xfrm>
          <a:prstGeom prst="chevron">
            <a:avLst>
              <a:gd name="adj" fmla="val 42382"/>
            </a:avLst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postalapp.ru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52" name="Стрелка: шеврон 51">
            <a:extLst>
              <a:ext uri="{FF2B5EF4-FFF2-40B4-BE49-F238E27FC236}">
                <a16:creationId xmlns:a16="http://schemas.microsoft.com/office/drawing/2014/main" id="{FDB0EB90-C817-2C85-AFD7-2CF2C5CB26F5}"/>
              </a:ext>
            </a:extLst>
          </p:cNvPr>
          <p:cNvSpPr/>
          <p:nvPr/>
        </p:nvSpPr>
        <p:spPr>
          <a:xfrm>
            <a:off x="7454552" y="78597"/>
            <a:ext cx="3242123" cy="854199"/>
          </a:xfrm>
          <a:prstGeom prst="chevron">
            <a:avLst>
              <a:gd name="adj" fmla="val 4238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сайт (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HTTPS)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295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7A362-1E3D-7470-347F-A2DF820F4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38698612-D284-1326-1467-517AA630A9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58000"/>
            <a:ext cx="12185522" cy="6858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08BCF0A-E534-FA05-7543-91D3A5C737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62F7E90-753C-9CEE-30AD-196F5F6B74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377293">
            <a:off x="-548600" y="2610589"/>
            <a:ext cx="13474494" cy="10293396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29" name="Freeform 41">
            <a:extLst>
              <a:ext uri="{FF2B5EF4-FFF2-40B4-BE49-F238E27FC236}">
                <a16:creationId xmlns:a16="http://schemas.microsoft.com/office/drawing/2014/main" id="{3AEB0B1A-6D1C-BB6D-7773-32B3B1E5F33D}"/>
              </a:ext>
            </a:extLst>
          </p:cNvPr>
          <p:cNvSpPr>
            <a:spLocks/>
          </p:cNvSpPr>
          <p:nvPr/>
        </p:nvSpPr>
        <p:spPr bwMode="auto">
          <a:xfrm rot="17996726">
            <a:off x="3649129" y="3253403"/>
            <a:ext cx="4622408" cy="3248345"/>
          </a:xfrm>
          <a:custGeom>
            <a:avLst/>
            <a:gdLst>
              <a:gd name="T0" fmla="*/ 6416 w 8211"/>
              <a:gd name="T1" fmla="*/ 0 h 5776"/>
              <a:gd name="T2" fmla="*/ 8211 w 8211"/>
              <a:gd name="T3" fmla="*/ 3109 h 5776"/>
              <a:gd name="T4" fmla="*/ 0 w 8211"/>
              <a:gd name="T5" fmla="*/ 5776 h 5776"/>
              <a:gd name="T6" fmla="*/ 6416 w 8211"/>
              <a:gd name="T7" fmla="*/ 0 h 57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211" h="5776">
                <a:moveTo>
                  <a:pt x="6416" y="0"/>
                </a:moveTo>
                <a:cubicBezTo>
                  <a:pt x="7226" y="899"/>
                  <a:pt x="7837" y="1958"/>
                  <a:pt x="8211" y="3109"/>
                </a:cubicBezTo>
                <a:lnTo>
                  <a:pt x="0" y="5776"/>
                </a:lnTo>
                <a:lnTo>
                  <a:pt x="6416" y="0"/>
                </a:lnTo>
                <a:close/>
              </a:path>
            </a:pathLst>
          </a:custGeom>
          <a:solidFill>
            <a:srgbClr val="FF33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3F13F4-9A86-333E-FDD2-2ED6E088DD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10027">
            <a:off x="2731326" y="4640420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27" name="Freeform 19">
            <a:extLst>
              <a:ext uri="{FF2B5EF4-FFF2-40B4-BE49-F238E27FC236}">
                <a16:creationId xmlns:a16="http://schemas.microsoft.com/office/drawing/2014/main" id="{CC8D619A-243F-BFCC-EF8C-A74EDDE83D6A}"/>
              </a:ext>
            </a:extLst>
          </p:cNvPr>
          <p:cNvSpPr>
            <a:spLocks/>
          </p:cNvSpPr>
          <p:nvPr/>
        </p:nvSpPr>
        <p:spPr bwMode="auto">
          <a:xfrm rot="9392477">
            <a:off x="4049251" y="5007865"/>
            <a:ext cx="3139690" cy="2834638"/>
          </a:xfrm>
          <a:custGeom>
            <a:avLst/>
            <a:gdLst>
              <a:gd name="T0" fmla="*/ 11170 w 11170"/>
              <a:gd name="T1" fmla="*/ 7687 h 10107"/>
              <a:gd name="T2" fmla="*/ 0 w 11170"/>
              <a:gd name="T3" fmla="*/ 7687 h 10107"/>
              <a:gd name="T4" fmla="*/ 5585 w 11170"/>
              <a:gd name="T5" fmla="*/ 0 h 10107"/>
              <a:gd name="T6" fmla="*/ 11170 w 11170"/>
              <a:gd name="T7" fmla="*/ 7687 h 10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170" h="10107">
                <a:moveTo>
                  <a:pt x="11170" y="7687"/>
                </a:moveTo>
                <a:cubicBezTo>
                  <a:pt x="7840" y="10107"/>
                  <a:pt x="3331" y="10107"/>
                  <a:pt x="0" y="7687"/>
                </a:cubicBezTo>
                <a:lnTo>
                  <a:pt x="5585" y="0"/>
                </a:lnTo>
                <a:lnTo>
                  <a:pt x="11170" y="7687"/>
                </a:lnTo>
                <a:close/>
              </a:path>
            </a:pathLst>
          </a:custGeom>
          <a:solidFill>
            <a:srgbClr val="FF3300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2400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4ACDD5C-064B-2878-1940-C6B77BDCD9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119" y="7834280"/>
            <a:ext cx="1418948" cy="141894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42252D-F73C-E592-A7BA-E718B9D4F0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660" y="8547099"/>
            <a:ext cx="1714290" cy="141894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8F5545-890A-559D-DD03-B5E5AB2CC3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758" y="7179663"/>
            <a:ext cx="1418948" cy="14189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9466169-4914-CBA2-9717-A62B72B450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234" y="5439056"/>
            <a:ext cx="1418944" cy="141894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149EEA7-2F30-EBCE-B16C-E9AE3945F97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009" y="5861829"/>
            <a:ext cx="1418944" cy="14189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B3FAEF5-7C3C-E545-B4AE-C19172DAAC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703" y="7428445"/>
            <a:ext cx="1098464" cy="10984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994D6F5-26DC-F44C-3EDB-0D9989784F0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5780" y="8645217"/>
            <a:ext cx="1098464" cy="10984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ED70A0D-671A-6254-D3A8-FFDD25F805B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146" y="9856048"/>
            <a:ext cx="1098464" cy="109846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1A17C7C-68D7-A982-FCCF-4EC56808112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232" y="10645408"/>
            <a:ext cx="1098464" cy="109846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06A503D-DBB0-DEDB-8C2F-8B4F1DBE5E3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2350" y="11089353"/>
            <a:ext cx="1098464" cy="109846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656FA23-66E2-5472-4228-4C84EFCBF47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978" y="10398167"/>
            <a:ext cx="1098464" cy="10984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7082EA5-E2C7-17A4-3BD7-94048A23C65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096" y="11026995"/>
            <a:ext cx="1098464" cy="109846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1044F45-F1EE-0EBA-E93B-C1312E8D617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348" y="8233095"/>
            <a:ext cx="1098464" cy="109846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90CAED9-F4C8-389F-CAC0-CE2599FB858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702" y="6959600"/>
            <a:ext cx="1098466" cy="109846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53E373B9-D703-F490-DE99-B506D2C38BA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194" y="5679746"/>
            <a:ext cx="1089354" cy="108935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2DCA3AE-6CA3-97C7-F85D-1BB29DC9292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129" y="3552722"/>
            <a:ext cx="1098464" cy="109846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3A9867C-17BD-3E6A-263D-7F2D6747093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142" y="3173342"/>
            <a:ext cx="1078992" cy="107899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89D434D-60C3-6D6A-1BBD-46BFA530569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2770" y="3715189"/>
            <a:ext cx="1088220" cy="108822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DDD204EC-7766-B361-3A47-730FD63306F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3137" y="5503080"/>
            <a:ext cx="1088220" cy="108822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7A36F6A1-43EB-C1E7-B245-ACE667B9C71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900" y="4414860"/>
            <a:ext cx="1088220" cy="108822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FEE56DE0-D133-6872-4961-42F25279D62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337" y="9421933"/>
            <a:ext cx="1088220" cy="1088220"/>
          </a:xfrm>
          <a:prstGeom prst="rect">
            <a:avLst/>
          </a:prstGeom>
        </p:spPr>
      </p:pic>
      <p:sp>
        <p:nvSpPr>
          <p:cNvPr id="20" name="Параллелограмм 19">
            <a:extLst>
              <a:ext uri="{FF2B5EF4-FFF2-40B4-BE49-F238E27FC236}">
                <a16:creationId xmlns:a16="http://schemas.microsoft.com/office/drawing/2014/main" id="{9EA34689-5552-32A1-D9FD-0C33EF149D59}"/>
              </a:ext>
            </a:extLst>
          </p:cNvPr>
          <p:cNvSpPr/>
          <p:nvPr/>
        </p:nvSpPr>
        <p:spPr>
          <a:xfrm>
            <a:off x="261410" y="-1713651"/>
            <a:ext cx="3424431" cy="85419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верхние углы 25">
            <a:extLst>
              <a:ext uri="{FF2B5EF4-FFF2-40B4-BE49-F238E27FC236}">
                <a16:creationId xmlns:a16="http://schemas.microsoft.com/office/drawing/2014/main" id="{E87BB427-B3D6-0C8E-8AE1-206C81E62593}"/>
              </a:ext>
            </a:extLst>
          </p:cNvPr>
          <p:cNvSpPr/>
          <p:nvPr/>
        </p:nvSpPr>
        <p:spPr>
          <a:xfrm rot="5400000">
            <a:off x="3353116" y="-1870365"/>
            <a:ext cx="853974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араллелограмм 27">
            <a:extLst>
              <a:ext uri="{FF2B5EF4-FFF2-40B4-BE49-F238E27FC236}">
                <a16:creationId xmlns:a16="http://schemas.microsoft.com/office/drawing/2014/main" id="{385094D6-4BF1-D896-4C41-E7533D1F94F4}"/>
              </a:ext>
            </a:extLst>
          </p:cNvPr>
          <p:cNvSpPr/>
          <p:nvPr/>
        </p:nvSpPr>
        <p:spPr>
          <a:xfrm>
            <a:off x="547613" y="-1625191"/>
            <a:ext cx="2774894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D3A74D-266B-BF1D-EBFA-DCF9D8AF23DA}"/>
              </a:ext>
            </a:extLst>
          </p:cNvPr>
          <p:cNvSpPr txBox="1"/>
          <p:nvPr/>
        </p:nvSpPr>
        <p:spPr>
          <a:xfrm>
            <a:off x="828340" y="-1716782"/>
            <a:ext cx="22449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Сервер</a:t>
            </a:r>
          </a:p>
        </p:txBody>
      </p:sp>
      <p:sp>
        <p:nvSpPr>
          <p:cNvPr id="33" name="Параллелограмм 32">
            <a:extLst>
              <a:ext uri="{FF2B5EF4-FFF2-40B4-BE49-F238E27FC236}">
                <a16:creationId xmlns:a16="http://schemas.microsoft.com/office/drawing/2014/main" id="{D1277B06-406D-AAFA-363C-EC7C996AD66D}"/>
              </a:ext>
            </a:extLst>
          </p:cNvPr>
          <p:cNvSpPr/>
          <p:nvPr/>
        </p:nvSpPr>
        <p:spPr>
          <a:xfrm>
            <a:off x="828340" y="-787408"/>
            <a:ext cx="1746061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D7470B-F0C5-C7B6-E37F-9FA9CD2DB6F1}"/>
              </a:ext>
            </a:extLst>
          </p:cNvPr>
          <p:cNvSpPr txBox="1"/>
          <p:nvPr/>
        </p:nvSpPr>
        <p:spPr>
          <a:xfrm>
            <a:off x="1024157" y="-862833"/>
            <a:ext cx="13163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Nginx</a:t>
            </a:r>
            <a:endParaRPr lang="ru-RU" sz="3200" dirty="0">
              <a:solidFill>
                <a:schemeClr val="tx2"/>
              </a:solidFill>
              <a:latin typeface="Franklin Gothic Heavy" panose="020B0903020102020204" pitchFamily="34" charset="0"/>
            </a:endParaRP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405E3022-F418-535F-7DB6-37C03701F6AB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765" y="-1652755"/>
            <a:ext cx="670675" cy="670675"/>
          </a:xfrm>
          <a:prstGeom prst="rect">
            <a:avLst/>
          </a:prstGeom>
        </p:spPr>
      </p:pic>
      <p:sp>
        <p:nvSpPr>
          <p:cNvPr id="43" name="Стрелка: шеврон 42">
            <a:extLst>
              <a:ext uri="{FF2B5EF4-FFF2-40B4-BE49-F238E27FC236}">
                <a16:creationId xmlns:a16="http://schemas.microsoft.com/office/drawing/2014/main" id="{13A6C4CD-5307-12ED-8279-9074256D6C1B}"/>
              </a:ext>
            </a:extLst>
          </p:cNvPr>
          <p:cNvSpPr/>
          <p:nvPr/>
        </p:nvSpPr>
        <p:spPr>
          <a:xfrm>
            <a:off x="17617748" y="2332413"/>
            <a:ext cx="2537826" cy="854199"/>
          </a:xfrm>
          <a:prstGeom prst="chevron">
            <a:avLst>
              <a:gd name="adj" fmla="val 42382"/>
            </a:avLst>
          </a:prstGeom>
          <a:solidFill>
            <a:srgbClr val="290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FastAPI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5" name="Стрелка: шеврон 44">
            <a:extLst>
              <a:ext uri="{FF2B5EF4-FFF2-40B4-BE49-F238E27FC236}">
                <a16:creationId xmlns:a16="http://schemas.microsoft.com/office/drawing/2014/main" id="{B95615E4-F924-E7E2-FCF6-D465E57647CA}"/>
              </a:ext>
            </a:extLst>
          </p:cNvPr>
          <p:cNvSpPr/>
          <p:nvPr/>
        </p:nvSpPr>
        <p:spPr>
          <a:xfrm>
            <a:off x="13295239" y="1308290"/>
            <a:ext cx="2684904" cy="854199"/>
          </a:xfrm>
          <a:prstGeom prst="chevron">
            <a:avLst>
              <a:gd name="adj" fmla="val 42382"/>
            </a:avLst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/updates/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6" name="Стрелка: шеврон 45">
            <a:extLst>
              <a:ext uri="{FF2B5EF4-FFF2-40B4-BE49-F238E27FC236}">
                <a16:creationId xmlns:a16="http://schemas.microsoft.com/office/drawing/2014/main" id="{4209D04E-37BE-0C62-054F-B6FCD82C47A0}"/>
              </a:ext>
            </a:extLst>
          </p:cNvPr>
          <p:cNvSpPr/>
          <p:nvPr/>
        </p:nvSpPr>
        <p:spPr>
          <a:xfrm>
            <a:off x="15743670" y="1316281"/>
            <a:ext cx="4361917" cy="854199"/>
          </a:xfrm>
          <a:prstGeom prst="chevron">
            <a:avLst>
              <a:gd name="adj" fmla="val 4238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файлы обновлений</a:t>
            </a:r>
          </a:p>
        </p:txBody>
      </p:sp>
      <p:sp>
        <p:nvSpPr>
          <p:cNvPr id="47" name="Стрелка: шеврон 46">
            <a:extLst>
              <a:ext uri="{FF2B5EF4-FFF2-40B4-BE49-F238E27FC236}">
                <a16:creationId xmlns:a16="http://schemas.microsoft.com/office/drawing/2014/main" id="{3A77DCD6-0921-08CA-A7EA-9B102518879E}"/>
              </a:ext>
            </a:extLst>
          </p:cNvPr>
          <p:cNvSpPr/>
          <p:nvPr/>
        </p:nvSpPr>
        <p:spPr>
          <a:xfrm>
            <a:off x="12661890" y="335783"/>
            <a:ext cx="3146291" cy="854199"/>
          </a:xfrm>
          <a:prstGeom prst="chevron">
            <a:avLst>
              <a:gd name="adj" fmla="val 42382"/>
            </a:avLst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postalapp.ru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8" name="Стрелка: шеврон 47">
            <a:extLst>
              <a:ext uri="{FF2B5EF4-FFF2-40B4-BE49-F238E27FC236}">
                <a16:creationId xmlns:a16="http://schemas.microsoft.com/office/drawing/2014/main" id="{A0EDEB1F-EAA8-932C-4DE2-BA574E306FEE}"/>
              </a:ext>
            </a:extLst>
          </p:cNvPr>
          <p:cNvSpPr/>
          <p:nvPr/>
        </p:nvSpPr>
        <p:spPr>
          <a:xfrm>
            <a:off x="15541839" y="335783"/>
            <a:ext cx="3242123" cy="854199"/>
          </a:xfrm>
          <a:prstGeom prst="chevron">
            <a:avLst>
              <a:gd name="adj" fmla="val 4238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сайт (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HTTPS)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59" name="Параллелограмм 58">
            <a:extLst>
              <a:ext uri="{FF2B5EF4-FFF2-40B4-BE49-F238E27FC236}">
                <a16:creationId xmlns:a16="http://schemas.microsoft.com/office/drawing/2014/main" id="{08B27CA3-373F-7876-B561-EDA92AB51DDC}"/>
              </a:ext>
            </a:extLst>
          </p:cNvPr>
          <p:cNvSpPr/>
          <p:nvPr/>
        </p:nvSpPr>
        <p:spPr>
          <a:xfrm>
            <a:off x="4427442" y="-1744168"/>
            <a:ext cx="5119464" cy="85419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Прямоугольник: скругленные верхние углы 59">
            <a:extLst>
              <a:ext uri="{FF2B5EF4-FFF2-40B4-BE49-F238E27FC236}">
                <a16:creationId xmlns:a16="http://schemas.microsoft.com/office/drawing/2014/main" id="{2396A90B-CB48-C42F-90C7-BC2BD49216A1}"/>
              </a:ext>
            </a:extLst>
          </p:cNvPr>
          <p:cNvSpPr/>
          <p:nvPr/>
        </p:nvSpPr>
        <p:spPr>
          <a:xfrm rot="5400000">
            <a:off x="9119919" y="-1900994"/>
            <a:ext cx="853974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Параллелограмм 60">
            <a:extLst>
              <a:ext uri="{FF2B5EF4-FFF2-40B4-BE49-F238E27FC236}">
                <a16:creationId xmlns:a16="http://schemas.microsoft.com/office/drawing/2014/main" id="{3C75BB05-8A7E-5634-4350-DF865AC44EE6}"/>
              </a:ext>
            </a:extLst>
          </p:cNvPr>
          <p:cNvSpPr/>
          <p:nvPr/>
        </p:nvSpPr>
        <p:spPr>
          <a:xfrm>
            <a:off x="4713644" y="-1655708"/>
            <a:ext cx="4335845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5490747-C635-690F-8BC3-9FC5D91EC9F5}"/>
              </a:ext>
            </a:extLst>
          </p:cNvPr>
          <p:cNvSpPr txBox="1"/>
          <p:nvPr/>
        </p:nvSpPr>
        <p:spPr>
          <a:xfrm>
            <a:off x="4994372" y="-1747299"/>
            <a:ext cx="3787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База данных</a:t>
            </a:r>
          </a:p>
        </p:txBody>
      </p:sp>
      <p:sp>
        <p:nvSpPr>
          <p:cNvPr id="63" name="Параллелограмм 62">
            <a:extLst>
              <a:ext uri="{FF2B5EF4-FFF2-40B4-BE49-F238E27FC236}">
                <a16:creationId xmlns:a16="http://schemas.microsoft.com/office/drawing/2014/main" id="{0DF21D1B-269A-8580-0F19-E61B3E7E7302}"/>
              </a:ext>
            </a:extLst>
          </p:cNvPr>
          <p:cNvSpPr/>
          <p:nvPr/>
        </p:nvSpPr>
        <p:spPr>
          <a:xfrm>
            <a:off x="5276253" y="-816642"/>
            <a:ext cx="3296397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717B0BB-9E8B-8C0B-62DD-864B4C59DF90}"/>
              </a:ext>
            </a:extLst>
          </p:cNvPr>
          <p:cNvSpPr txBox="1"/>
          <p:nvPr/>
        </p:nvSpPr>
        <p:spPr>
          <a:xfrm>
            <a:off x="5472070" y="-892067"/>
            <a:ext cx="2950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Подключение</a:t>
            </a:r>
          </a:p>
        </p:txBody>
      </p:sp>
      <p:pic>
        <p:nvPicPr>
          <p:cNvPr id="65" name="Рисунок 64">
            <a:extLst>
              <a:ext uri="{FF2B5EF4-FFF2-40B4-BE49-F238E27FC236}">
                <a16:creationId xmlns:a16="http://schemas.microsoft.com/office/drawing/2014/main" id="{6789D9A8-FF00-4032-CBFB-2FB6A08327D8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7945" y="-1673474"/>
            <a:ext cx="690923" cy="690923"/>
          </a:xfrm>
          <a:prstGeom prst="rect">
            <a:avLst/>
          </a:prstGeom>
        </p:spPr>
      </p:pic>
      <p:sp useBgFill="1">
        <p:nvSpPr>
          <p:cNvPr id="66" name="Прямоугольник: скругленные углы 65">
            <a:extLst>
              <a:ext uri="{FF2B5EF4-FFF2-40B4-BE49-F238E27FC236}">
                <a16:creationId xmlns:a16="http://schemas.microsoft.com/office/drawing/2014/main" id="{F5A3DFEA-22E3-7CED-2C30-39909B1F77CD}"/>
              </a:ext>
            </a:extLst>
          </p:cNvPr>
          <p:cNvSpPr/>
          <p:nvPr/>
        </p:nvSpPr>
        <p:spPr>
          <a:xfrm>
            <a:off x="15791856" y="3238501"/>
            <a:ext cx="4237185" cy="2137167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151B1C4-2FDA-BE96-DC37-61ECEE7D1FCA}"/>
              </a:ext>
            </a:extLst>
          </p:cNvPr>
          <p:cNvSpPr txBox="1"/>
          <p:nvPr/>
        </p:nvSpPr>
        <p:spPr>
          <a:xfrm>
            <a:off x="15872097" y="4617718"/>
            <a:ext cx="40767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Библиотека для 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C#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cxnSp>
        <p:nvCxnSpPr>
          <p:cNvPr id="68" name="Прямая соединительная линия 67">
            <a:extLst>
              <a:ext uri="{FF2B5EF4-FFF2-40B4-BE49-F238E27FC236}">
                <a16:creationId xmlns:a16="http://schemas.microsoft.com/office/drawing/2014/main" id="{67975407-C221-E459-2C6A-A73E99C61B2E}"/>
              </a:ext>
            </a:extLst>
          </p:cNvPr>
          <p:cNvCxnSpPr>
            <a:cxnSpLocks/>
          </p:cNvCxnSpPr>
          <p:nvPr/>
        </p:nvCxnSpPr>
        <p:spPr>
          <a:xfrm>
            <a:off x="16140178" y="4267654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69" name="Овал 68">
            <a:extLst>
              <a:ext uri="{FF2B5EF4-FFF2-40B4-BE49-F238E27FC236}">
                <a16:creationId xmlns:a16="http://schemas.microsoft.com/office/drawing/2014/main" id="{A6C8CE61-F5AE-7663-0E1A-74010E1FF9A4}"/>
              </a:ext>
            </a:extLst>
          </p:cNvPr>
          <p:cNvSpPr/>
          <p:nvPr/>
        </p:nvSpPr>
        <p:spPr>
          <a:xfrm>
            <a:off x="17598129" y="3962368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0" name="Рисунок 69">
            <a:extLst>
              <a:ext uri="{FF2B5EF4-FFF2-40B4-BE49-F238E27FC236}">
                <a16:creationId xmlns:a16="http://schemas.microsoft.com/office/drawing/2014/main" id="{19A9975B-1942-A615-B338-30BBEC6BDEBF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5172" y="4035696"/>
            <a:ext cx="463917" cy="463917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CED598D0-D1B2-C076-2327-160E0F4473D8}"/>
              </a:ext>
            </a:extLst>
          </p:cNvPr>
          <p:cNvSpPr txBox="1"/>
          <p:nvPr/>
        </p:nvSpPr>
        <p:spPr>
          <a:xfrm>
            <a:off x="15791856" y="3340723"/>
            <a:ext cx="42371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Npgsql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72" name="Прямоугольник: скругленные углы 71">
            <a:extLst>
              <a:ext uri="{FF2B5EF4-FFF2-40B4-BE49-F238E27FC236}">
                <a16:creationId xmlns:a16="http://schemas.microsoft.com/office/drawing/2014/main" id="{19AD8C58-32A8-9B9C-58A6-810FC312177A}"/>
              </a:ext>
            </a:extLst>
          </p:cNvPr>
          <p:cNvSpPr/>
          <p:nvPr/>
        </p:nvSpPr>
        <p:spPr>
          <a:xfrm>
            <a:off x="12733862" y="5577524"/>
            <a:ext cx="4237185" cy="2453725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39AD5F9-BF5B-68F9-BAF4-AF00D9D80C78}"/>
              </a:ext>
            </a:extLst>
          </p:cNvPr>
          <p:cNvSpPr txBox="1"/>
          <p:nvPr/>
        </p:nvSpPr>
        <p:spPr>
          <a:xfrm>
            <a:off x="12814103" y="6956741"/>
            <a:ext cx="40767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От сервера после авторизации</a:t>
            </a:r>
          </a:p>
        </p:txBody>
      </p:sp>
      <p:cxnSp>
        <p:nvCxnSpPr>
          <p:cNvPr id="74" name="Прямая соединительная линия 73">
            <a:extLst>
              <a:ext uri="{FF2B5EF4-FFF2-40B4-BE49-F238E27FC236}">
                <a16:creationId xmlns:a16="http://schemas.microsoft.com/office/drawing/2014/main" id="{23A2FF3B-481A-7966-CA77-F36834595B0A}"/>
              </a:ext>
            </a:extLst>
          </p:cNvPr>
          <p:cNvCxnSpPr>
            <a:cxnSpLocks/>
          </p:cNvCxnSpPr>
          <p:nvPr/>
        </p:nvCxnSpPr>
        <p:spPr>
          <a:xfrm>
            <a:off x="13082184" y="6606677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75" name="Овал 74">
            <a:extLst>
              <a:ext uri="{FF2B5EF4-FFF2-40B4-BE49-F238E27FC236}">
                <a16:creationId xmlns:a16="http://schemas.microsoft.com/office/drawing/2014/main" id="{5BFDE03A-0819-3458-87CB-7651DE7B401E}"/>
              </a:ext>
            </a:extLst>
          </p:cNvPr>
          <p:cNvSpPr/>
          <p:nvPr/>
        </p:nvSpPr>
        <p:spPr>
          <a:xfrm>
            <a:off x="14540135" y="6301391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691384D4-7BEF-E5AA-7BA0-8D87E5B6CAF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7178" y="6374719"/>
            <a:ext cx="463917" cy="463917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350DBCDA-7B15-D1C8-F4C3-7AA648D0760B}"/>
              </a:ext>
            </a:extLst>
          </p:cNvPr>
          <p:cNvSpPr txBox="1"/>
          <p:nvPr/>
        </p:nvSpPr>
        <p:spPr>
          <a:xfrm>
            <a:off x="12733862" y="5679746"/>
            <a:ext cx="42371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Connection string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223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84212-3A0A-C4D2-978B-737077380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15389B6-5007-BAB0-6C83-825A6CB10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-6858000"/>
            <a:ext cx="12185522" cy="68580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16FCC73-0AEC-089B-F85D-E26E1BD887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81D8897-38F4-9D6E-A2AE-58B51010A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3017342">
            <a:off x="-7344209" y="-1424515"/>
            <a:ext cx="13474494" cy="10293396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26" name="Freeform 59">
            <a:extLst>
              <a:ext uri="{FF2B5EF4-FFF2-40B4-BE49-F238E27FC236}">
                <a16:creationId xmlns:a16="http://schemas.microsoft.com/office/drawing/2014/main" id="{4D54F741-8B00-754D-CAF9-3F04BE34B47B}"/>
              </a:ext>
            </a:extLst>
          </p:cNvPr>
          <p:cNvSpPr>
            <a:spLocks/>
          </p:cNvSpPr>
          <p:nvPr/>
        </p:nvSpPr>
        <p:spPr bwMode="auto">
          <a:xfrm rot="10800000">
            <a:off x="-612183" y="2271248"/>
            <a:ext cx="4997370" cy="2989003"/>
          </a:xfrm>
          <a:custGeom>
            <a:avLst/>
            <a:gdLst>
              <a:gd name="T0" fmla="*/ 1127 w 17548"/>
              <a:gd name="T1" fmla="*/ 10671 h 10671"/>
              <a:gd name="T2" fmla="*/ 1127 w 17548"/>
              <a:gd name="T3" fmla="*/ 0 h 10671"/>
              <a:gd name="T4" fmla="*/ 17548 w 17548"/>
              <a:gd name="T5" fmla="*/ 5335 h 10671"/>
              <a:gd name="T6" fmla="*/ 1127 w 17548"/>
              <a:gd name="T7" fmla="*/ 10671 h 10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548" h="10671">
                <a:moveTo>
                  <a:pt x="1127" y="10671"/>
                </a:moveTo>
                <a:cubicBezTo>
                  <a:pt x="0" y="7203"/>
                  <a:pt x="0" y="3468"/>
                  <a:pt x="1127" y="0"/>
                </a:cubicBezTo>
                <a:lnTo>
                  <a:pt x="17548" y="5335"/>
                </a:lnTo>
                <a:lnTo>
                  <a:pt x="1127" y="10671"/>
                </a:lnTo>
                <a:close/>
              </a:path>
            </a:pathLst>
          </a:custGeom>
          <a:solidFill>
            <a:srgbClr val="0066FF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2154000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A5A3EA-2BB6-FC50-6F8D-7F8BBE4619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0076">
            <a:off x="-4064283" y="605316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25" name="Freeform 19">
            <a:extLst>
              <a:ext uri="{FF2B5EF4-FFF2-40B4-BE49-F238E27FC236}">
                <a16:creationId xmlns:a16="http://schemas.microsoft.com/office/drawing/2014/main" id="{8AEFBF31-86DA-19F7-13C9-E0B7678AEF52}"/>
              </a:ext>
            </a:extLst>
          </p:cNvPr>
          <p:cNvSpPr>
            <a:spLocks/>
          </p:cNvSpPr>
          <p:nvPr/>
        </p:nvSpPr>
        <p:spPr bwMode="auto">
          <a:xfrm rot="17332693">
            <a:off x="-795316" y="2747597"/>
            <a:ext cx="3128849" cy="2828913"/>
          </a:xfrm>
          <a:custGeom>
            <a:avLst/>
            <a:gdLst>
              <a:gd name="T0" fmla="*/ 11170 w 11170"/>
              <a:gd name="T1" fmla="*/ 7687 h 10107"/>
              <a:gd name="T2" fmla="*/ 0 w 11170"/>
              <a:gd name="T3" fmla="*/ 7687 h 10107"/>
              <a:gd name="T4" fmla="*/ 5585 w 11170"/>
              <a:gd name="T5" fmla="*/ 0 h 10107"/>
              <a:gd name="T6" fmla="*/ 11170 w 11170"/>
              <a:gd name="T7" fmla="*/ 7687 h 10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170" h="10107">
                <a:moveTo>
                  <a:pt x="11170" y="7687"/>
                </a:moveTo>
                <a:cubicBezTo>
                  <a:pt x="7840" y="10107"/>
                  <a:pt x="3331" y="10107"/>
                  <a:pt x="0" y="7687"/>
                </a:cubicBezTo>
                <a:lnTo>
                  <a:pt x="5585" y="0"/>
                </a:lnTo>
                <a:lnTo>
                  <a:pt x="11170" y="7687"/>
                </a:lnTo>
                <a:close/>
              </a:path>
            </a:pathLst>
          </a:custGeom>
          <a:solidFill>
            <a:srgbClr val="0066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AC20826-55F2-92FF-EBA5-EAC18E7B08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30048" y="4480251"/>
            <a:ext cx="1418948" cy="141894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5A47F60-0EBB-204E-4644-96FAAFFA00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85349" y="3365089"/>
            <a:ext cx="1714290" cy="141894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4BA328-11BB-8A4B-B60D-D00F638AD4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21654" y="1639595"/>
            <a:ext cx="1418948" cy="141894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34DB7A2-5693-E62B-1860-2673BA9665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8490" y="1665108"/>
            <a:ext cx="1418944" cy="141894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CB12903-1868-02FC-8AC0-0A4681AD4B0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" y="3503316"/>
            <a:ext cx="1418944" cy="14189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E2465B9-4F82-E167-FF56-64314825F4F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727" y="6858000"/>
            <a:ext cx="1098464" cy="10984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17003F8-CF45-2C3C-2CEE-B737982CDDE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8132" y="7073900"/>
            <a:ext cx="1098464" cy="10984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7ABA6A3-1977-0426-F525-C9050BD3B72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2479" y="7249270"/>
            <a:ext cx="1098464" cy="109846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C22B327-EAC1-84D2-F5DF-10017C94FB5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0764" y="6732579"/>
            <a:ext cx="1098464" cy="109846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24069FD-83F8-1A34-A272-B77F77FCDD3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58071" y="5759536"/>
            <a:ext cx="1098464" cy="109846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6FCAF21-3C97-D615-C91C-C45DC0369D5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52779" y="2658950"/>
            <a:ext cx="1098464" cy="10984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8B81C64-4055-38C4-8C7E-A7A760C55EE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81406" y="4286163"/>
            <a:ext cx="1098464" cy="109846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86145C2-F64C-5D31-8B84-C4907447BE6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47606" y="202598"/>
            <a:ext cx="1098464" cy="109846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E2C3E9C-6E41-F83A-5927-C3C43E0DDF7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77984" y="-549233"/>
            <a:ext cx="1098466" cy="1098466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933E668-7F7C-44A2-C9C0-FFAD9FE0C17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03498" y="-833715"/>
            <a:ext cx="1089354" cy="108935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014B985-5D57-4671-63C6-59DA9C32D08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140" y="-88900"/>
            <a:ext cx="1098464" cy="1098464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E49448F-6327-FC40-2E8C-75F80053448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531" y="1206071"/>
            <a:ext cx="1078992" cy="1078992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CEE7AFC-12C6-10CB-6782-BE38AE41F3B6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1835" y="3227672"/>
            <a:ext cx="1088220" cy="108822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7378ECDF-DEEF-1C6E-1550-8BA2C253C00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664" y="5500622"/>
            <a:ext cx="1088220" cy="108822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879D0720-D83F-000F-7F82-8E7CCA05F93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4448" y="-665321"/>
            <a:ext cx="1088220" cy="108822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D997725-89FA-BA31-1FB7-FB7A773A264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862850" y="1209333"/>
            <a:ext cx="1088220" cy="1088220"/>
          </a:xfrm>
          <a:prstGeom prst="rect">
            <a:avLst/>
          </a:prstGeom>
        </p:spPr>
      </p:pic>
      <p:sp>
        <p:nvSpPr>
          <p:cNvPr id="29" name="Параллелограмм 28">
            <a:extLst>
              <a:ext uri="{FF2B5EF4-FFF2-40B4-BE49-F238E27FC236}">
                <a16:creationId xmlns:a16="http://schemas.microsoft.com/office/drawing/2014/main" id="{C8048DFC-8919-C078-EE22-CF0E6C218B62}"/>
              </a:ext>
            </a:extLst>
          </p:cNvPr>
          <p:cNvSpPr/>
          <p:nvPr/>
        </p:nvSpPr>
        <p:spPr>
          <a:xfrm>
            <a:off x="4055002" y="388158"/>
            <a:ext cx="5119464" cy="85419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: скругленные верхние углы 29">
            <a:extLst>
              <a:ext uri="{FF2B5EF4-FFF2-40B4-BE49-F238E27FC236}">
                <a16:creationId xmlns:a16="http://schemas.microsoft.com/office/drawing/2014/main" id="{9C9B31DE-1921-7E38-23A3-8A83D7C4697F}"/>
              </a:ext>
            </a:extLst>
          </p:cNvPr>
          <p:cNvSpPr/>
          <p:nvPr/>
        </p:nvSpPr>
        <p:spPr>
          <a:xfrm rot="5400000">
            <a:off x="8747479" y="231332"/>
            <a:ext cx="853974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араллелограмм 30">
            <a:extLst>
              <a:ext uri="{FF2B5EF4-FFF2-40B4-BE49-F238E27FC236}">
                <a16:creationId xmlns:a16="http://schemas.microsoft.com/office/drawing/2014/main" id="{49835677-67B5-36DA-D852-209585402291}"/>
              </a:ext>
            </a:extLst>
          </p:cNvPr>
          <p:cNvSpPr/>
          <p:nvPr/>
        </p:nvSpPr>
        <p:spPr>
          <a:xfrm>
            <a:off x="4341204" y="476618"/>
            <a:ext cx="4335845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3A6408-4E43-5957-1DA3-6F39CFBEBC27}"/>
              </a:ext>
            </a:extLst>
          </p:cNvPr>
          <p:cNvSpPr txBox="1"/>
          <p:nvPr/>
        </p:nvSpPr>
        <p:spPr>
          <a:xfrm>
            <a:off x="4621932" y="385027"/>
            <a:ext cx="3787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База данных</a:t>
            </a:r>
          </a:p>
        </p:txBody>
      </p:sp>
      <p:sp>
        <p:nvSpPr>
          <p:cNvPr id="33" name="Параллелограмм 32">
            <a:extLst>
              <a:ext uri="{FF2B5EF4-FFF2-40B4-BE49-F238E27FC236}">
                <a16:creationId xmlns:a16="http://schemas.microsoft.com/office/drawing/2014/main" id="{8BC70140-CD58-7119-7999-79C857ABB6D6}"/>
              </a:ext>
            </a:extLst>
          </p:cNvPr>
          <p:cNvSpPr/>
          <p:nvPr/>
        </p:nvSpPr>
        <p:spPr>
          <a:xfrm>
            <a:off x="4903813" y="1315684"/>
            <a:ext cx="3296397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AD6EE1E-3AA9-EBAF-FFFA-3CE95CE6F57F}"/>
              </a:ext>
            </a:extLst>
          </p:cNvPr>
          <p:cNvSpPr txBox="1"/>
          <p:nvPr/>
        </p:nvSpPr>
        <p:spPr>
          <a:xfrm>
            <a:off x="5099630" y="1240259"/>
            <a:ext cx="2950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Подключение</a:t>
            </a:r>
          </a:p>
        </p:txBody>
      </p: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BE4ED5F9-AFDC-B9E2-EBD3-D95DC25BED0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505" y="458852"/>
            <a:ext cx="690923" cy="690923"/>
          </a:xfrm>
          <a:prstGeom prst="rect">
            <a:avLst/>
          </a:prstGeom>
        </p:spPr>
      </p:pic>
      <p:sp useBgFill="1">
        <p:nvSpPr>
          <p:cNvPr id="48" name="Прямоугольник: скругленные углы 47">
            <a:extLst>
              <a:ext uri="{FF2B5EF4-FFF2-40B4-BE49-F238E27FC236}">
                <a16:creationId xmlns:a16="http://schemas.microsoft.com/office/drawing/2014/main" id="{81C09FA5-0FE1-5946-1B80-BC55219859A1}"/>
              </a:ext>
            </a:extLst>
          </p:cNvPr>
          <p:cNvSpPr/>
          <p:nvPr/>
        </p:nvSpPr>
        <p:spPr>
          <a:xfrm>
            <a:off x="7585026" y="1939831"/>
            <a:ext cx="4237185" cy="2137167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04451C-F5E6-F64D-656C-E94ACB1306AD}"/>
              </a:ext>
            </a:extLst>
          </p:cNvPr>
          <p:cNvSpPr txBox="1"/>
          <p:nvPr/>
        </p:nvSpPr>
        <p:spPr>
          <a:xfrm>
            <a:off x="7665267" y="3319048"/>
            <a:ext cx="40767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Библиотека для 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C#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19F7D263-FB69-0480-6D7A-AAB392F03AB9}"/>
              </a:ext>
            </a:extLst>
          </p:cNvPr>
          <p:cNvCxnSpPr>
            <a:cxnSpLocks/>
          </p:cNvCxnSpPr>
          <p:nvPr/>
        </p:nvCxnSpPr>
        <p:spPr>
          <a:xfrm>
            <a:off x="7933348" y="2968984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51" name="Овал 50">
            <a:extLst>
              <a:ext uri="{FF2B5EF4-FFF2-40B4-BE49-F238E27FC236}">
                <a16:creationId xmlns:a16="http://schemas.microsoft.com/office/drawing/2014/main" id="{A72F9514-8996-4159-50E2-65A6A3579706}"/>
              </a:ext>
            </a:extLst>
          </p:cNvPr>
          <p:cNvSpPr/>
          <p:nvPr/>
        </p:nvSpPr>
        <p:spPr>
          <a:xfrm>
            <a:off x="9391299" y="2663698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39DC5D8E-74F9-CB6D-F465-7D1B9EF23940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8342" y="2737026"/>
            <a:ext cx="463917" cy="463917"/>
          </a:xfrm>
          <a:prstGeom prst="rect">
            <a:avLst/>
          </a:prstGeom>
        </p:spPr>
      </p:pic>
      <p:sp>
        <p:nvSpPr>
          <p:cNvPr id="58" name="Стрелка: шеврон 57">
            <a:extLst>
              <a:ext uri="{FF2B5EF4-FFF2-40B4-BE49-F238E27FC236}">
                <a16:creationId xmlns:a16="http://schemas.microsoft.com/office/drawing/2014/main" id="{102D71B0-66DB-DBB1-FE66-0EDC98013C3D}"/>
              </a:ext>
            </a:extLst>
          </p:cNvPr>
          <p:cNvSpPr/>
          <p:nvPr/>
        </p:nvSpPr>
        <p:spPr>
          <a:xfrm>
            <a:off x="12436277" y="4826710"/>
            <a:ext cx="2054531" cy="854199"/>
          </a:xfrm>
          <a:prstGeom prst="chevron">
            <a:avLst>
              <a:gd name="adj" fmla="val 42382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Extra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59" name="Стрелка: шеврон 58">
            <a:extLst>
              <a:ext uri="{FF2B5EF4-FFF2-40B4-BE49-F238E27FC236}">
                <a16:creationId xmlns:a16="http://schemas.microsoft.com/office/drawing/2014/main" id="{819454EA-8A83-B8A8-9C7D-A5796EE64ED9}"/>
              </a:ext>
            </a:extLst>
          </p:cNvPr>
          <p:cNvSpPr/>
          <p:nvPr/>
        </p:nvSpPr>
        <p:spPr>
          <a:xfrm>
            <a:off x="14262776" y="4826710"/>
            <a:ext cx="4238726" cy="854199"/>
          </a:xfrm>
          <a:prstGeom prst="chevron">
            <a:avLst>
              <a:gd name="adj" fmla="val 42382"/>
            </a:avLst>
          </a:prstGeom>
          <a:solidFill>
            <a:srgbClr val="290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перенос участков</a:t>
            </a:r>
          </a:p>
        </p:txBody>
      </p:sp>
      <p:sp>
        <p:nvSpPr>
          <p:cNvPr id="60" name="Стрелка: шеврон 59">
            <a:extLst>
              <a:ext uri="{FF2B5EF4-FFF2-40B4-BE49-F238E27FC236}">
                <a16:creationId xmlns:a16="http://schemas.microsoft.com/office/drawing/2014/main" id="{B9C99272-D76C-B325-8F2E-2EC71754FE7D}"/>
              </a:ext>
            </a:extLst>
          </p:cNvPr>
          <p:cNvSpPr/>
          <p:nvPr/>
        </p:nvSpPr>
        <p:spPr>
          <a:xfrm>
            <a:off x="12844027" y="3802587"/>
            <a:ext cx="2684904" cy="854199"/>
          </a:xfrm>
          <a:prstGeom prst="chevron">
            <a:avLst>
              <a:gd name="adj" fmla="val 42382"/>
            </a:avLst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PostalApp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61" name="Стрелка: шеврон 60">
            <a:extLst>
              <a:ext uri="{FF2B5EF4-FFF2-40B4-BE49-F238E27FC236}">
                <a16:creationId xmlns:a16="http://schemas.microsoft.com/office/drawing/2014/main" id="{22B388EA-6027-6A9A-2F53-9689E7AC682E}"/>
              </a:ext>
            </a:extLst>
          </p:cNvPr>
          <p:cNvSpPr/>
          <p:nvPr/>
        </p:nvSpPr>
        <p:spPr>
          <a:xfrm>
            <a:off x="15292458" y="3810578"/>
            <a:ext cx="4411904" cy="854199"/>
          </a:xfrm>
          <a:prstGeom prst="chevron">
            <a:avLst>
              <a:gd name="adj" fmla="val 4238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вся рабочая деятельность</a:t>
            </a:r>
          </a:p>
        </p:txBody>
      </p:sp>
      <p:sp>
        <p:nvSpPr>
          <p:cNvPr id="62" name="Стрелка: шеврон 61">
            <a:extLst>
              <a:ext uri="{FF2B5EF4-FFF2-40B4-BE49-F238E27FC236}">
                <a16:creationId xmlns:a16="http://schemas.microsoft.com/office/drawing/2014/main" id="{79F3AA7D-A2BB-4342-AA44-CDCAB4425DED}"/>
              </a:ext>
            </a:extLst>
          </p:cNvPr>
          <p:cNvSpPr/>
          <p:nvPr/>
        </p:nvSpPr>
        <p:spPr>
          <a:xfrm>
            <a:off x="13570308" y="2829800"/>
            <a:ext cx="2512942" cy="854199"/>
          </a:xfrm>
          <a:prstGeom prst="chevron">
            <a:avLst>
              <a:gd name="adj" fmla="val 42382"/>
            </a:avLst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FastAPI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63" name="Стрелка: шеврон 62">
            <a:extLst>
              <a:ext uri="{FF2B5EF4-FFF2-40B4-BE49-F238E27FC236}">
                <a16:creationId xmlns:a16="http://schemas.microsoft.com/office/drawing/2014/main" id="{83C1781C-26AE-B24D-BF79-4CCC599B4173}"/>
              </a:ext>
            </a:extLst>
          </p:cNvPr>
          <p:cNvSpPr/>
          <p:nvPr/>
        </p:nvSpPr>
        <p:spPr>
          <a:xfrm>
            <a:off x="15816908" y="2829800"/>
            <a:ext cx="4061617" cy="854199"/>
          </a:xfrm>
          <a:prstGeom prst="chevron">
            <a:avLst>
              <a:gd name="adj" fmla="val 4238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вход и проверки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666A71-BFF4-8E83-6BCF-CED90874A342}"/>
              </a:ext>
            </a:extLst>
          </p:cNvPr>
          <p:cNvSpPr txBox="1"/>
          <p:nvPr/>
        </p:nvSpPr>
        <p:spPr>
          <a:xfrm>
            <a:off x="7585026" y="2042053"/>
            <a:ext cx="42371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Npgsql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93EB7F3D-5268-C8D4-3895-376BB3D8AD74}"/>
              </a:ext>
            </a:extLst>
          </p:cNvPr>
          <p:cNvSpPr/>
          <p:nvPr/>
        </p:nvSpPr>
        <p:spPr>
          <a:xfrm>
            <a:off x="4527032" y="4278854"/>
            <a:ext cx="4237185" cy="2453725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8BD802-2D48-95CD-DDE1-7EE9DD9A57C9}"/>
              </a:ext>
            </a:extLst>
          </p:cNvPr>
          <p:cNvSpPr txBox="1"/>
          <p:nvPr/>
        </p:nvSpPr>
        <p:spPr>
          <a:xfrm>
            <a:off x="4607273" y="5658071"/>
            <a:ext cx="40767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От сервера после авторизации</a:t>
            </a:r>
          </a:p>
        </p:txBody>
      </p: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2556CE2B-F430-6862-07BE-E53767F6CE1A}"/>
              </a:ext>
            </a:extLst>
          </p:cNvPr>
          <p:cNvCxnSpPr>
            <a:cxnSpLocks/>
          </p:cNvCxnSpPr>
          <p:nvPr/>
        </p:nvCxnSpPr>
        <p:spPr>
          <a:xfrm>
            <a:off x="4875354" y="5308007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40" name="Овал 39">
            <a:extLst>
              <a:ext uri="{FF2B5EF4-FFF2-40B4-BE49-F238E27FC236}">
                <a16:creationId xmlns:a16="http://schemas.microsoft.com/office/drawing/2014/main" id="{DCBDD3EE-C32C-BB0A-DCBA-AEF5D0B7B4C8}"/>
              </a:ext>
            </a:extLst>
          </p:cNvPr>
          <p:cNvSpPr/>
          <p:nvPr/>
        </p:nvSpPr>
        <p:spPr>
          <a:xfrm>
            <a:off x="6333305" y="5002721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795CBA3-54C9-42CD-07B6-8113BD1A7F47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348" y="5076049"/>
            <a:ext cx="463917" cy="46391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A0A59AB-A420-0577-BC77-F9D64D13C93C}"/>
              </a:ext>
            </a:extLst>
          </p:cNvPr>
          <p:cNvSpPr txBox="1"/>
          <p:nvPr/>
        </p:nvSpPr>
        <p:spPr>
          <a:xfrm>
            <a:off x="4527032" y="4381076"/>
            <a:ext cx="42371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Connection string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7336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152EC-C747-187C-909D-EABB000CC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96AF293-0E06-028C-4224-1CE6C5AAD7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CA70C2E7-9BA5-987C-78F0-6312D4487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610737">
            <a:off x="-7344209" y="-1424515"/>
            <a:ext cx="13474494" cy="10293396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55" name="Freeform 59">
            <a:extLst>
              <a:ext uri="{FF2B5EF4-FFF2-40B4-BE49-F238E27FC236}">
                <a16:creationId xmlns:a16="http://schemas.microsoft.com/office/drawing/2014/main" id="{DF1186FA-9C15-4112-2E54-96587367A749}"/>
              </a:ext>
            </a:extLst>
          </p:cNvPr>
          <p:cNvSpPr>
            <a:spLocks/>
          </p:cNvSpPr>
          <p:nvPr/>
        </p:nvSpPr>
        <p:spPr bwMode="auto">
          <a:xfrm rot="10552172">
            <a:off x="-608695" y="2086163"/>
            <a:ext cx="4997370" cy="3007691"/>
          </a:xfrm>
          <a:custGeom>
            <a:avLst/>
            <a:gdLst>
              <a:gd name="T0" fmla="*/ 1127 w 17548"/>
              <a:gd name="T1" fmla="*/ 10671 h 10671"/>
              <a:gd name="T2" fmla="*/ 1127 w 17548"/>
              <a:gd name="T3" fmla="*/ 0 h 10671"/>
              <a:gd name="T4" fmla="*/ 17548 w 17548"/>
              <a:gd name="T5" fmla="*/ 5335 h 10671"/>
              <a:gd name="T6" fmla="*/ 1127 w 17548"/>
              <a:gd name="T7" fmla="*/ 10671 h 10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548" h="10671">
                <a:moveTo>
                  <a:pt x="1127" y="10671"/>
                </a:moveTo>
                <a:cubicBezTo>
                  <a:pt x="0" y="7203"/>
                  <a:pt x="0" y="3468"/>
                  <a:pt x="1127" y="0"/>
                </a:cubicBezTo>
                <a:lnTo>
                  <a:pt x="17548" y="5335"/>
                </a:lnTo>
                <a:lnTo>
                  <a:pt x="1127" y="10671"/>
                </a:lnTo>
                <a:close/>
              </a:path>
            </a:pathLst>
          </a:custGeom>
          <a:solidFill>
            <a:srgbClr val="0066FF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2154000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4" name="Freeform 59">
            <a:extLst>
              <a:ext uri="{FF2B5EF4-FFF2-40B4-BE49-F238E27FC236}">
                <a16:creationId xmlns:a16="http://schemas.microsoft.com/office/drawing/2014/main" id="{0C5C485B-FBE5-69E9-C335-F3D7575B2FA6}"/>
              </a:ext>
            </a:extLst>
          </p:cNvPr>
          <p:cNvSpPr>
            <a:spLocks/>
          </p:cNvSpPr>
          <p:nvPr/>
        </p:nvSpPr>
        <p:spPr bwMode="auto">
          <a:xfrm rot="8389699">
            <a:off x="-1164956" y="638363"/>
            <a:ext cx="4997370" cy="3007691"/>
          </a:xfrm>
          <a:custGeom>
            <a:avLst/>
            <a:gdLst>
              <a:gd name="T0" fmla="*/ 1127 w 17548"/>
              <a:gd name="T1" fmla="*/ 10671 h 10671"/>
              <a:gd name="T2" fmla="*/ 1127 w 17548"/>
              <a:gd name="T3" fmla="*/ 0 h 10671"/>
              <a:gd name="T4" fmla="*/ 17548 w 17548"/>
              <a:gd name="T5" fmla="*/ 5335 h 10671"/>
              <a:gd name="T6" fmla="*/ 1127 w 17548"/>
              <a:gd name="T7" fmla="*/ 10671 h 10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548" h="10671">
                <a:moveTo>
                  <a:pt x="1127" y="10671"/>
                </a:moveTo>
                <a:cubicBezTo>
                  <a:pt x="0" y="7203"/>
                  <a:pt x="0" y="3468"/>
                  <a:pt x="1127" y="0"/>
                </a:cubicBezTo>
                <a:lnTo>
                  <a:pt x="17548" y="5335"/>
                </a:lnTo>
                <a:lnTo>
                  <a:pt x="1127" y="10671"/>
                </a:lnTo>
                <a:close/>
              </a:path>
            </a:pathLst>
          </a:custGeom>
          <a:solidFill>
            <a:srgbClr val="0066FF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2154000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6E328727-D287-8ACD-77E2-568FE03B0F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243471">
            <a:off x="-4064283" y="605316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48" name="Freeform 19">
            <a:extLst>
              <a:ext uri="{FF2B5EF4-FFF2-40B4-BE49-F238E27FC236}">
                <a16:creationId xmlns:a16="http://schemas.microsoft.com/office/drawing/2014/main" id="{9FCE34D6-9FC7-6586-23DF-1651BBAFFBE7}"/>
              </a:ext>
            </a:extLst>
          </p:cNvPr>
          <p:cNvSpPr>
            <a:spLocks/>
          </p:cNvSpPr>
          <p:nvPr/>
        </p:nvSpPr>
        <p:spPr bwMode="auto">
          <a:xfrm rot="14924719">
            <a:off x="-814961" y="1769115"/>
            <a:ext cx="3128849" cy="2822115"/>
          </a:xfrm>
          <a:custGeom>
            <a:avLst/>
            <a:gdLst>
              <a:gd name="T0" fmla="*/ 11170 w 11170"/>
              <a:gd name="T1" fmla="*/ 7687 h 10107"/>
              <a:gd name="T2" fmla="*/ 0 w 11170"/>
              <a:gd name="T3" fmla="*/ 7687 h 10107"/>
              <a:gd name="T4" fmla="*/ 5585 w 11170"/>
              <a:gd name="T5" fmla="*/ 0 h 10107"/>
              <a:gd name="T6" fmla="*/ 11170 w 11170"/>
              <a:gd name="T7" fmla="*/ 7687 h 10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170" h="10107">
                <a:moveTo>
                  <a:pt x="11170" y="7687"/>
                </a:moveTo>
                <a:cubicBezTo>
                  <a:pt x="7840" y="10107"/>
                  <a:pt x="3331" y="10107"/>
                  <a:pt x="0" y="7687"/>
                </a:cubicBezTo>
                <a:lnTo>
                  <a:pt x="5585" y="0"/>
                </a:lnTo>
                <a:lnTo>
                  <a:pt x="11170" y="7687"/>
                </a:lnTo>
                <a:close/>
              </a:path>
            </a:pathLst>
          </a:custGeom>
          <a:solidFill>
            <a:srgbClr val="0066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BB3F5BB5-E206-3AD6-FD03-6E3514BFF6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8324" y="4229763"/>
            <a:ext cx="1418948" cy="1418948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EC70206D-44EA-83CB-1D50-E116006865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1402" y="4296345"/>
            <a:ext cx="1714290" cy="1418944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1E630E6-62D0-1266-2AA5-A2E13596AE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72924" y="2553995"/>
            <a:ext cx="1418948" cy="1418948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BF67618-F902-1509-4DA9-EFE1A782AB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18944" y="1267136"/>
            <a:ext cx="1418944" cy="1418944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D9592D7F-5042-F78C-4A95-E5FEB2BECB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95" y="2395080"/>
            <a:ext cx="1418944" cy="1418944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46D16B6-306D-9D64-993D-871637A8D07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574" y="4748747"/>
            <a:ext cx="1098464" cy="1098464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DFF5AB18-0712-D9C5-AA8C-E86A0DE74F5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002" y="5759536"/>
            <a:ext cx="1098464" cy="1098464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390852-4EF3-0A52-7051-84529A92647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202" y="6629370"/>
            <a:ext cx="1098464" cy="1098464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53E5067C-9620-9AD7-AC34-91DF4C08334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6591" y="7046685"/>
            <a:ext cx="1098464" cy="1098464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6689873B-FB83-CFF0-18A7-D27FC9F5C04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78937" y="7017657"/>
            <a:ext cx="1098464" cy="1098464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6DD036B1-3461-4BAB-C92E-ADF6481B4FC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90271" y="5371250"/>
            <a:ext cx="1098464" cy="1098464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1C7A49F4-489C-7469-6431-A28C5693631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9224" y="6482939"/>
            <a:ext cx="1098464" cy="109846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3A27EB3-2710-4AC1-F6B1-027E6EE2FB7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57442" y="2753367"/>
            <a:ext cx="1098464" cy="1098464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80939C91-3DAF-9917-FEC8-DC8AEEED886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88174" y="1424242"/>
            <a:ext cx="1098466" cy="1098466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E43BF648-8E29-7007-5E38-D814EE90A1B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68780" y="420132"/>
            <a:ext cx="1089354" cy="1089354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3406BA2D-B474-48C6-2C60-2391C425362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8066" y="-796823"/>
            <a:ext cx="1098464" cy="1098464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E64B909A-2BAB-1939-725B-C460F9E8EDE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44" y="-539496"/>
            <a:ext cx="1078992" cy="1078992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C1DA60A4-49D1-C45D-80C7-0A30B7D41A1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001" y="720446"/>
            <a:ext cx="1088220" cy="1088220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2416B101-696D-2CE3-5D65-3B3C9C33868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563" y="2877562"/>
            <a:ext cx="1088220" cy="108822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025B338A-B0A2-F3E6-C20E-F17E7D3CB64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75115" y="-500111"/>
            <a:ext cx="1088220" cy="108822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B0246120-1E7A-6B62-9DA1-56740EBFE16B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70994" y="4014505"/>
            <a:ext cx="1088220" cy="1088220"/>
          </a:xfrm>
          <a:prstGeom prst="rect">
            <a:avLst/>
          </a:prstGeom>
        </p:spPr>
      </p:pic>
      <p:sp>
        <p:nvSpPr>
          <p:cNvPr id="3" name="Параллелограмм 2">
            <a:extLst>
              <a:ext uri="{FF2B5EF4-FFF2-40B4-BE49-F238E27FC236}">
                <a16:creationId xmlns:a16="http://schemas.microsoft.com/office/drawing/2014/main" id="{91F2A7D1-32E3-64BA-3B94-A7D639ED181E}"/>
              </a:ext>
            </a:extLst>
          </p:cNvPr>
          <p:cNvSpPr/>
          <p:nvPr/>
        </p:nvSpPr>
        <p:spPr>
          <a:xfrm>
            <a:off x="4055002" y="388158"/>
            <a:ext cx="5119464" cy="85419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ик: скругленные верхние углы 3">
            <a:extLst>
              <a:ext uri="{FF2B5EF4-FFF2-40B4-BE49-F238E27FC236}">
                <a16:creationId xmlns:a16="http://schemas.microsoft.com/office/drawing/2014/main" id="{A718407D-0AA0-60AF-710C-F1E78C9673DF}"/>
              </a:ext>
            </a:extLst>
          </p:cNvPr>
          <p:cNvSpPr/>
          <p:nvPr/>
        </p:nvSpPr>
        <p:spPr>
          <a:xfrm rot="5400000">
            <a:off x="8747479" y="231332"/>
            <a:ext cx="853974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араллелограмм 4">
            <a:extLst>
              <a:ext uri="{FF2B5EF4-FFF2-40B4-BE49-F238E27FC236}">
                <a16:creationId xmlns:a16="http://schemas.microsoft.com/office/drawing/2014/main" id="{0A3DDA27-72F0-6B9D-518B-326E3658C629}"/>
              </a:ext>
            </a:extLst>
          </p:cNvPr>
          <p:cNvSpPr/>
          <p:nvPr/>
        </p:nvSpPr>
        <p:spPr>
          <a:xfrm>
            <a:off x="4341204" y="476618"/>
            <a:ext cx="4335845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3B3C5D-C1A3-13A9-C104-343B0A54DEA3}"/>
              </a:ext>
            </a:extLst>
          </p:cNvPr>
          <p:cNvSpPr txBox="1"/>
          <p:nvPr/>
        </p:nvSpPr>
        <p:spPr>
          <a:xfrm>
            <a:off x="4621932" y="385027"/>
            <a:ext cx="3787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База данных</a:t>
            </a:r>
          </a:p>
        </p:txBody>
      </p:sp>
      <p:sp>
        <p:nvSpPr>
          <p:cNvPr id="7" name="Параллелограмм 6">
            <a:extLst>
              <a:ext uri="{FF2B5EF4-FFF2-40B4-BE49-F238E27FC236}">
                <a16:creationId xmlns:a16="http://schemas.microsoft.com/office/drawing/2014/main" id="{4DAB5458-E0A8-C986-A5C6-8EB8D5DDE1DC}"/>
              </a:ext>
            </a:extLst>
          </p:cNvPr>
          <p:cNvSpPr/>
          <p:nvPr/>
        </p:nvSpPr>
        <p:spPr>
          <a:xfrm>
            <a:off x="4542876" y="1317926"/>
            <a:ext cx="4061617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724BB5-5CAF-0CA6-E626-59EBC630B09D}"/>
              </a:ext>
            </a:extLst>
          </p:cNvPr>
          <p:cNvSpPr txBox="1"/>
          <p:nvPr/>
        </p:nvSpPr>
        <p:spPr>
          <a:xfrm>
            <a:off x="4738693" y="1242501"/>
            <a:ext cx="3511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Взаимодействие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2C9F67D-E792-2CAE-6B6A-6C34BA7EE62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505" y="458852"/>
            <a:ext cx="690923" cy="690923"/>
          </a:xfrm>
          <a:prstGeom prst="rect">
            <a:avLst/>
          </a:prstGeom>
        </p:spPr>
      </p:pic>
      <p:sp>
        <p:nvSpPr>
          <p:cNvPr id="20" name="Стрелка: шеврон 19">
            <a:extLst>
              <a:ext uri="{FF2B5EF4-FFF2-40B4-BE49-F238E27FC236}">
                <a16:creationId xmlns:a16="http://schemas.microsoft.com/office/drawing/2014/main" id="{02050AD0-60C3-E80A-778B-BD924686E503}"/>
              </a:ext>
            </a:extLst>
          </p:cNvPr>
          <p:cNvSpPr/>
          <p:nvPr/>
        </p:nvSpPr>
        <p:spPr>
          <a:xfrm>
            <a:off x="4568307" y="4861090"/>
            <a:ext cx="2054531" cy="854199"/>
          </a:xfrm>
          <a:prstGeom prst="chevron">
            <a:avLst>
              <a:gd name="adj" fmla="val 42382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Extra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21" name="Стрелка: шеврон 20">
            <a:extLst>
              <a:ext uri="{FF2B5EF4-FFF2-40B4-BE49-F238E27FC236}">
                <a16:creationId xmlns:a16="http://schemas.microsoft.com/office/drawing/2014/main" id="{297B7EDC-0A28-7201-C205-53EB00DA0845}"/>
              </a:ext>
            </a:extLst>
          </p:cNvPr>
          <p:cNvSpPr/>
          <p:nvPr/>
        </p:nvSpPr>
        <p:spPr>
          <a:xfrm>
            <a:off x="6394806" y="4861090"/>
            <a:ext cx="4238726" cy="854199"/>
          </a:xfrm>
          <a:prstGeom prst="chevron">
            <a:avLst>
              <a:gd name="adj" fmla="val 42382"/>
            </a:avLst>
          </a:prstGeom>
          <a:solidFill>
            <a:srgbClr val="290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перенос участков</a:t>
            </a:r>
          </a:p>
        </p:txBody>
      </p:sp>
      <p:sp>
        <p:nvSpPr>
          <p:cNvPr id="22" name="Стрелка: шеврон 21">
            <a:extLst>
              <a:ext uri="{FF2B5EF4-FFF2-40B4-BE49-F238E27FC236}">
                <a16:creationId xmlns:a16="http://schemas.microsoft.com/office/drawing/2014/main" id="{41590BEF-47BC-3FF4-B0B8-2722CD1CE602}"/>
              </a:ext>
            </a:extLst>
          </p:cNvPr>
          <p:cNvSpPr/>
          <p:nvPr/>
        </p:nvSpPr>
        <p:spPr>
          <a:xfrm>
            <a:off x="4976057" y="3836967"/>
            <a:ext cx="2684904" cy="854199"/>
          </a:xfrm>
          <a:prstGeom prst="chevron">
            <a:avLst>
              <a:gd name="adj" fmla="val 42382"/>
            </a:avLst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PostalApp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23" name="Стрелка: шеврон 22">
            <a:extLst>
              <a:ext uri="{FF2B5EF4-FFF2-40B4-BE49-F238E27FC236}">
                <a16:creationId xmlns:a16="http://schemas.microsoft.com/office/drawing/2014/main" id="{05DE3CB3-D911-C08D-3E90-12DBD94A1B0A}"/>
              </a:ext>
            </a:extLst>
          </p:cNvPr>
          <p:cNvSpPr/>
          <p:nvPr/>
        </p:nvSpPr>
        <p:spPr>
          <a:xfrm>
            <a:off x="7424488" y="3844958"/>
            <a:ext cx="4411904" cy="854199"/>
          </a:xfrm>
          <a:prstGeom prst="chevron">
            <a:avLst>
              <a:gd name="adj" fmla="val 4238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вся рабочая деятельность</a:t>
            </a:r>
          </a:p>
        </p:txBody>
      </p:sp>
      <p:sp>
        <p:nvSpPr>
          <p:cNvPr id="24" name="Стрелка: шеврон 23">
            <a:extLst>
              <a:ext uri="{FF2B5EF4-FFF2-40B4-BE49-F238E27FC236}">
                <a16:creationId xmlns:a16="http://schemas.microsoft.com/office/drawing/2014/main" id="{AAF687C3-51A6-746B-ACA0-AB2C4108847C}"/>
              </a:ext>
            </a:extLst>
          </p:cNvPr>
          <p:cNvSpPr/>
          <p:nvPr/>
        </p:nvSpPr>
        <p:spPr>
          <a:xfrm>
            <a:off x="5702338" y="2864180"/>
            <a:ext cx="2512942" cy="854199"/>
          </a:xfrm>
          <a:prstGeom prst="chevron">
            <a:avLst>
              <a:gd name="adj" fmla="val 42382"/>
            </a:avLst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FastAPI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39" name="Стрелка: шеврон 38">
            <a:extLst>
              <a:ext uri="{FF2B5EF4-FFF2-40B4-BE49-F238E27FC236}">
                <a16:creationId xmlns:a16="http://schemas.microsoft.com/office/drawing/2014/main" id="{E8FB249D-59AB-4BC3-A6AC-907E5CD2224F}"/>
              </a:ext>
            </a:extLst>
          </p:cNvPr>
          <p:cNvSpPr/>
          <p:nvPr/>
        </p:nvSpPr>
        <p:spPr>
          <a:xfrm>
            <a:off x="7948938" y="2864180"/>
            <a:ext cx="4061617" cy="854199"/>
          </a:xfrm>
          <a:prstGeom prst="chevron">
            <a:avLst>
              <a:gd name="adj" fmla="val 4238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вход и проверки</a:t>
            </a:r>
          </a:p>
        </p:txBody>
      </p:sp>
      <p:sp useBgFill="1">
        <p:nvSpPr>
          <p:cNvPr id="62" name="Прямоугольник: скругленные углы 61">
            <a:extLst>
              <a:ext uri="{FF2B5EF4-FFF2-40B4-BE49-F238E27FC236}">
                <a16:creationId xmlns:a16="http://schemas.microsoft.com/office/drawing/2014/main" id="{FD0208FA-4244-6CB1-3474-E0A853B22837}"/>
              </a:ext>
            </a:extLst>
          </p:cNvPr>
          <p:cNvSpPr/>
          <p:nvPr/>
        </p:nvSpPr>
        <p:spPr>
          <a:xfrm>
            <a:off x="7484690" y="7295274"/>
            <a:ext cx="4237185" cy="2137167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435AD1C-98B1-D60F-028C-9B9DBFA73788}"/>
              </a:ext>
            </a:extLst>
          </p:cNvPr>
          <p:cNvSpPr txBox="1"/>
          <p:nvPr/>
        </p:nvSpPr>
        <p:spPr>
          <a:xfrm>
            <a:off x="7564931" y="8674491"/>
            <a:ext cx="40767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Библиотека для </a:t>
            </a:r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C#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092A3DDE-43D7-6944-2844-00A1172A42B5}"/>
              </a:ext>
            </a:extLst>
          </p:cNvPr>
          <p:cNvCxnSpPr>
            <a:cxnSpLocks/>
          </p:cNvCxnSpPr>
          <p:nvPr/>
        </p:nvCxnSpPr>
        <p:spPr>
          <a:xfrm>
            <a:off x="7833012" y="8324427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65" name="Овал 64">
            <a:extLst>
              <a:ext uri="{FF2B5EF4-FFF2-40B4-BE49-F238E27FC236}">
                <a16:creationId xmlns:a16="http://schemas.microsoft.com/office/drawing/2014/main" id="{2F14C060-1A6E-C1A3-BF31-60D93F6D201D}"/>
              </a:ext>
            </a:extLst>
          </p:cNvPr>
          <p:cNvSpPr/>
          <p:nvPr/>
        </p:nvSpPr>
        <p:spPr>
          <a:xfrm>
            <a:off x="9290963" y="8019141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E542B8E8-5253-ADE9-9F5B-CBD5ECBBA03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8006" y="8092469"/>
            <a:ext cx="463917" cy="463917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943E9DA4-E03B-165C-C007-32A34A1D7E49}"/>
              </a:ext>
            </a:extLst>
          </p:cNvPr>
          <p:cNvSpPr txBox="1"/>
          <p:nvPr/>
        </p:nvSpPr>
        <p:spPr>
          <a:xfrm>
            <a:off x="7484690" y="7397496"/>
            <a:ext cx="42371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Npgsql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68" name="Прямоугольник: скругленные углы 67">
            <a:extLst>
              <a:ext uri="{FF2B5EF4-FFF2-40B4-BE49-F238E27FC236}">
                <a16:creationId xmlns:a16="http://schemas.microsoft.com/office/drawing/2014/main" id="{D62AA4EC-C452-9A0E-80A3-3F7AA90FC9CE}"/>
              </a:ext>
            </a:extLst>
          </p:cNvPr>
          <p:cNvSpPr/>
          <p:nvPr/>
        </p:nvSpPr>
        <p:spPr>
          <a:xfrm>
            <a:off x="4426696" y="9634297"/>
            <a:ext cx="4237185" cy="2453725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7C66D91-ACA6-1535-C598-036CDA746A2E}"/>
              </a:ext>
            </a:extLst>
          </p:cNvPr>
          <p:cNvSpPr txBox="1"/>
          <p:nvPr/>
        </p:nvSpPr>
        <p:spPr>
          <a:xfrm>
            <a:off x="4506937" y="11013514"/>
            <a:ext cx="40767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От сервера после авторизации</a:t>
            </a:r>
          </a:p>
        </p:txBody>
      </p:sp>
      <p:cxnSp>
        <p:nvCxnSpPr>
          <p:cNvPr id="70" name="Прямая соединительная линия 69">
            <a:extLst>
              <a:ext uri="{FF2B5EF4-FFF2-40B4-BE49-F238E27FC236}">
                <a16:creationId xmlns:a16="http://schemas.microsoft.com/office/drawing/2014/main" id="{3B0FF375-D0BF-005E-4D89-0AAA5266B472}"/>
              </a:ext>
            </a:extLst>
          </p:cNvPr>
          <p:cNvCxnSpPr>
            <a:cxnSpLocks/>
          </p:cNvCxnSpPr>
          <p:nvPr/>
        </p:nvCxnSpPr>
        <p:spPr>
          <a:xfrm>
            <a:off x="4775018" y="10663450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71" name="Овал 70">
            <a:extLst>
              <a:ext uri="{FF2B5EF4-FFF2-40B4-BE49-F238E27FC236}">
                <a16:creationId xmlns:a16="http://schemas.microsoft.com/office/drawing/2014/main" id="{6A44CC54-DF32-A046-CBDD-112EFF4C0E1B}"/>
              </a:ext>
            </a:extLst>
          </p:cNvPr>
          <p:cNvSpPr/>
          <p:nvPr/>
        </p:nvSpPr>
        <p:spPr>
          <a:xfrm>
            <a:off x="6232969" y="10358164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D66FB140-23DB-4881-56F3-A339BB02F65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012" y="10431492"/>
            <a:ext cx="463917" cy="463917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16678A46-B3BC-FE54-52A1-A125D0ACFC5B}"/>
              </a:ext>
            </a:extLst>
          </p:cNvPr>
          <p:cNvSpPr txBox="1"/>
          <p:nvPr/>
        </p:nvSpPr>
        <p:spPr>
          <a:xfrm>
            <a:off x="4426696" y="9736519"/>
            <a:ext cx="42371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Connection string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132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9D30D-14A7-4257-6515-2FE2D2440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5C9EB87-6C99-B1EB-08E8-6C966EA34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94D8774D-D67F-9421-AAC2-68F0ADAC54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9602" y="6914502"/>
            <a:ext cx="15996428" cy="6857999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B02FCC8-BF0B-9073-5A51-5E294E411A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610737">
            <a:off x="-7344209" y="-1424515"/>
            <a:ext cx="13474494" cy="10293396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29" name="Freeform 59">
            <a:extLst>
              <a:ext uri="{FF2B5EF4-FFF2-40B4-BE49-F238E27FC236}">
                <a16:creationId xmlns:a16="http://schemas.microsoft.com/office/drawing/2014/main" id="{FAFECF56-2283-B965-DA0B-AA41908A657A}"/>
              </a:ext>
            </a:extLst>
          </p:cNvPr>
          <p:cNvSpPr>
            <a:spLocks/>
          </p:cNvSpPr>
          <p:nvPr/>
        </p:nvSpPr>
        <p:spPr bwMode="auto">
          <a:xfrm rot="10552172">
            <a:off x="-608695" y="2086163"/>
            <a:ext cx="4997370" cy="3007691"/>
          </a:xfrm>
          <a:custGeom>
            <a:avLst/>
            <a:gdLst>
              <a:gd name="T0" fmla="*/ 1127 w 17548"/>
              <a:gd name="T1" fmla="*/ 10671 h 10671"/>
              <a:gd name="T2" fmla="*/ 1127 w 17548"/>
              <a:gd name="T3" fmla="*/ 0 h 10671"/>
              <a:gd name="T4" fmla="*/ 17548 w 17548"/>
              <a:gd name="T5" fmla="*/ 5335 h 10671"/>
              <a:gd name="T6" fmla="*/ 1127 w 17548"/>
              <a:gd name="T7" fmla="*/ 10671 h 10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548" h="10671">
                <a:moveTo>
                  <a:pt x="1127" y="10671"/>
                </a:moveTo>
                <a:cubicBezTo>
                  <a:pt x="0" y="7203"/>
                  <a:pt x="0" y="3468"/>
                  <a:pt x="1127" y="0"/>
                </a:cubicBezTo>
                <a:lnTo>
                  <a:pt x="17548" y="5335"/>
                </a:lnTo>
                <a:lnTo>
                  <a:pt x="1127" y="10671"/>
                </a:lnTo>
                <a:close/>
              </a:path>
            </a:pathLst>
          </a:custGeom>
          <a:solidFill>
            <a:srgbClr val="0066FF"/>
          </a:solidFill>
          <a:ln w="0">
            <a:noFill/>
            <a:prstDash val="solid"/>
            <a:round/>
            <a:headEnd/>
            <a:tailEnd/>
          </a:ln>
          <a:scene3d>
            <a:camera prst="orthographicFront">
              <a:rot lat="0" lon="0" rev="21540000"/>
            </a:camera>
            <a:lightRig rig="threePt" dir="t"/>
          </a:scene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8435B7-5D2C-6FAC-0FCD-B5B4E1C56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243471">
            <a:off x="-4064283" y="605316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6" name="Freeform 19">
            <a:extLst>
              <a:ext uri="{FF2B5EF4-FFF2-40B4-BE49-F238E27FC236}">
                <a16:creationId xmlns:a16="http://schemas.microsoft.com/office/drawing/2014/main" id="{60952C25-D238-E10A-0E97-95B7082A7343}"/>
              </a:ext>
            </a:extLst>
          </p:cNvPr>
          <p:cNvSpPr>
            <a:spLocks/>
          </p:cNvSpPr>
          <p:nvPr/>
        </p:nvSpPr>
        <p:spPr bwMode="auto">
          <a:xfrm rot="14924719">
            <a:off x="-814961" y="1769115"/>
            <a:ext cx="3128849" cy="2822115"/>
          </a:xfrm>
          <a:custGeom>
            <a:avLst/>
            <a:gdLst>
              <a:gd name="T0" fmla="*/ 11170 w 11170"/>
              <a:gd name="T1" fmla="*/ 7687 h 10107"/>
              <a:gd name="T2" fmla="*/ 0 w 11170"/>
              <a:gd name="T3" fmla="*/ 7687 h 10107"/>
              <a:gd name="T4" fmla="*/ 5585 w 11170"/>
              <a:gd name="T5" fmla="*/ 0 h 10107"/>
              <a:gd name="T6" fmla="*/ 11170 w 11170"/>
              <a:gd name="T7" fmla="*/ 7687 h 10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170" h="10107">
                <a:moveTo>
                  <a:pt x="11170" y="7687"/>
                </a:moveTo>
                <a:cubicBezTo>
                  <a:pt x="7840" y="10107"/>
                  <a:pt x="3331" y="10107"/>
                  <a:pt x="0" y="7687"/>
                </a:cubicBezTo>
                <a:lnTo>
                  <a:pt x="5585" y="0"/>
                </a:lnTo>
                <a:lnTo>
                  <a:pt x="11170" y="7687"/>
                </a:lnTo>
                <a:close/>
              </a:path>
            </a:pathLst>
          </a:custGeom>
          <a:solidFill>
            <a:srgbClr val="0066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FC7A516-3587-664F-19D9-490CDBBD51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98324" y="4229763"/>
            <a:ext cx="1418948" cy="141894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28E5E0F-F88A-28C5-211D-C099349D40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51402" y="4296345"/>
            <a:ext cx="1714290" cy="14189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31EFFCB-37BC-561A-DB91-3C84DE67DB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72924" y="2553995"/>
            <a:ext cx="1418948" cy="141894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DA621F2-00C6-C443-B1C9-E3298F80077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18944" y="1267136"/>
            <a:ext cx="1418944" cy="141894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6CDC992-C3AD-8F7C-AB68-81DB52375F9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195" y="2395080"/>
            <a:ext cx="1418944" cy="141894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B3BA65D-231D-DBAC-8041-B23F91A5D92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574" y="4748747"/>
            <a:ext cx="1098464" cy="109846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5B14E76-8917-46CA-0595-2C37F28B230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002" y="5759536"/>
            <a:ext cx="1098464" cy="109846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004AC97-6BF3-8236-B393-BD4204C8B5A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202" y="6629370"/>
            <a:ext cx="1098464" cy="10984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76F7464-BA22-B5C3-6860-7E4C18A67DA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6591" y="7046685"/>
            <a:ext cx="1098464" cy="109846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94F9083-E04C-35B9-C13F-C4A3211FC02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78937" y="7017657"/>
            <a:ext cx="1098464" cy="109846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F232E72F-3337-2550-788D-027DC0BE858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90271" y="5371250"/>
            <a:ext cx="1098464" cy="109846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B773AF6-5B9B-DF50-24F5-053AE277AB2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9224" y="6482939"/>
            <a:ext cx="1098464" cy="109846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4D154BE-D188-BB83-4975-36C47DEA128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57442" y="2753367"/>
            <a:ext cx="1098464" cy="109846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9F912C66-7950-32A1-81A5-83196294C54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88174" y="1424242"/>
            <a:ext cx="1098466" cy="1098466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B4A664A-BC79-D2B0-93FD-0DC7FB0505A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68780" y="420132"/>
            <a:ext cx="1089354" cy="108935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A4F130C-F44E-F860-B43D-ACC0C4E0D5B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8066" y="-796823"/>
            <a:ext cx="1098464" cy="1098464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D638FB5D-FD29-1DB3-24B6-22057D5823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44" y="-539496"/>
            <a:ext cx="1078992" cy="1078992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2274871-2076-2163-CA41-E2E2CD389D0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001" y="720446"/>
            <a:ext cx="1088220" cy="108822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7D2EFD3D-FEE2-BFEB-10E3-242DF488F31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708" y="2905842"/>
            <a:ext cx="1088220" cy="108822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22A6D227-0D78-09C2-E04F-18563DB52A2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95079" y="-500111"/>
            <a:ext cx="1088220" cy="108822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95B96A24-DF89-4E87-93AD-075CF8A8911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27058" y="3994062"/>
            <a:ext cx="1088220" cy="1088220"/>
          </a:xfrm>
          <a:prstGeom prst="rect">
            <a:avLst/>
          </a:prstGeom>
        </p:spPr>
      </p:pic>
      <p:sp>
        <p:nvSpPr>
          <p:cNvPr id="4" name="Параллелограмм 3">
            <a:extLst>
              <a:ext uri="{FF2B5EF4-FFF2-40B4-BE49-F238E27FC236}">
                <a16:creationId xmlns:a16="http://schemas.microsoft.com/office/drawing/2014/main" id="{E40635B5-7383-5893-C674-95262C34204A}"/>
              </a:ext>
            </a:extLst>
          </p:cNvPr>
          <p:cNvSpPr/>
          <p:nvPr/>
        </p:nvSpPr>
        <p:spPr>
          <a:xfrm>
            <a:off x="3838928" y="-2058512"/>
            <a:ext cx="5119464" cy="854198"/>
          </a:xfrm>
          <a:prstGeom prst="parallelogram">
            <a:avLst>
              <a:gd name="adj" fmla="val 48369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верхние углы 18">
            <a:extLst>
              <a:ext uri="{FF2B5EF4-FFF2-40B4-BE49-F238E27FC236}">
                <a16:creationId xmlns:a16="http://schemas.microsoft.com/office/drawing/2014/main" id="{7A785618-4885-63C0-6F31-7D8115D70BCE}"/>
              </a:ext>
            </a:extLst>
          </p:cNvPr>
          <p:cNvSpPr/>
          <p:nvPr/>
        </p:nvSpPr>
        <p:spPr>
          <a:xfrm rot="5400000">
            <a:off x="8531405" y="-2215338"/>
            <a:ext cx="853974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араллелограмм 22">
            <a:extLst>
              <a:ext uri="{FF2B5EF4-FFF2-40B4-BE49-F238E27FC236}">
                <a16:creationId xmlns:a16="http://schemas.microsoft.com/office/drawing/2014/main" id="{882C8F85-2B99-64D6-43E0-BFB3023550D2}"/>
              </a:ext>
            </a:extLst>
          </p:cNvPr>
          <p:cNvSpPr/>
          <p:nvPr/>
        </p:nvSpPr>
        <p:spPr>
          <a:xfrm>
            <a:off x="4125130" y="-1970052"/>
            <a:ext cx="4335845" cy="664931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8A9A56-1506-BB03-5BE3-795A916F2EE0}"/>
              </a:ext>
            </a:extLst>
          </p:cNvPr>
          <p:cNvSpPr txBox="1"/>
          <p:nvPr/>
        </p:nvSpPr>
        <p:spPr>
          <a:xfrm>
            <a:off x="4405858" y="-2061643"/>
            <a:ext cx="3787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База данных</a:t>
            </a:r>
          </a:p>
        </p:txBody>
      </p:sp>
      <p:sp>
        <p:nvSpPr>
          <p:cNvPr id="32" name="Параллелограмм 31">
            <a:extLst>
              <a:ext uri="{FF2B5EF4-FFF2-40B4-BE49-F238E27FC236}">
                <a16:creationId xmlns:a16="http://schemas.microsoft.com/office/drawing/2014/main" id="{430DFEE7-2740-99DA-6263-C78D90A2DB0C}"/>
              </a:ext>
            </a:extLst>
          </p:cNvPr>
          <p:cNvSpPr/>
          <p:nvPr/>
        </p:nvSpPr>
        <p:spPr>
          <a:xfrm>
            <a:off x="4326802" y="-1128744"/>
            <a:ext cx="4061617" cy="509350"/>
          </a:xfrm>
          <a:prstGeom prst="parallelogram">
            <a:avLst>
              <a:gd name="adj" fmla="val 5147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548A64-E087-3707-79E3-ECD4D357C6C9}"/>
              </a:ext>
            </a:extLst>
          </p:cNvPr>
          <p:cNvSpPr txBox="1"/>
          <p:nvPr/>
        </p:nvSpPr>
        <p:spPr>
          <a:xfrm>
            <a:off x="4522619" y="-1204169"/>
            <a:ext cx="3511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tx2"/>
                </a:solidFill>
                <a:latin typeface="Franklin Gothic Heavy" panose="020B0903020102020204" pitchFamily="34" charset="0"/>
              </a:rPr>
              <a:t>Взаимодействие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929C1BC0-61F4-79B3-3A35-93D10451E6A0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431" y="-1987818"/>
            <a:ext cx="690923" cy="690923"/>
          </a:xfrm>
          <a:prstGeom prst="rect">
            <a:avLst/>
          </a:prstGeom>
        </p:spPr>
      </p:pic>
      <p:sp>
        <p:nvSpPr>
          <p:cNvPr id="35" name="Стрелка: шеврон 34">
            <a:extLst>
              <a:ext uri="{FF2B5EF4-FFF2-40B4-BE49-F238E27FC236}">
                <a16:creationId xmlns:a16="http://schemas.microsoft.com/office/drawing/2014/main" id="{2DAC5D61-F7F3-8A20-7A2E-833C9F0405C1}"/>
              </a:ext>
            </a:extLst>
          </p:cNvPr>
          <p:cNvSpPr/>
          <p:nvPr/>
        </p:nvSpPr>
        <p:spPr>
          <a:xfrm>
            <a:off x="4615908" y="9632124"/>
            <a:ext cx="2054531" cy="854199"/>
          </a:xfrm>
          <a:prstGeom prst="chevron">
            <a:avLst>
              <a:gd name="adj" fmla="val 42382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Extra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36" name="Стрелка: шеврон 35">
            <a:extLst>
              <a:ext uri="{FF2B5EF4-FFF2-40B4-BE49-F238E27FC236}">
                <a16:creationId xmlns:a16="http://schemas.microsoft.com/office/drawing/2014/main" id="{7EC11E39-2CFF-D63C-CCBE-049AC09BF58B}"/>
              </a:ext>
            </a:extLst>
          </p:cNvPr>
          <p:cNvSpPr/>
          <p:nvPr/>
        </p:nvSpPr>
        <p:spPr>
          <a:xfrm>
            <a:off x="6442407" y="9632124"/>
            <a:ext cx="4238726" cy="854199"/>
          </a:xfrm>
          <a:prstGeom prst="chevron">
            <a:avLst>
              <a:gd name="adj" fmla="val 42382"/>
            </a:avLst>
          </a:prstGeom>
          <a:solidFill>
            <a:srgbClr val="290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перенос участков</a:t>
            </a:r>
          </a:p>
        </p:txBody>
      </p:sp>
      <p:sp>
        <p:nvSpPr>
          <p:cNvPr id="37" name="Стрелка: шеврон 36">
            <a:extLst>
              <a:ext uri="{FF2B5EF4-FFF2-40B4-BE49-F238E27FC236}">
                <a16:creationId xmlns:a16="http://schemas.microsoft.com/office/drawing/2014/main" id="{3A1ECCD5-BC05-DDDA-08E9-AEBC35DB2296}"/>
              </a:ext>
            </a:extLst>
          </p:cNvPr>
          <p:cNvSpPr/>
          <p:nvPr/>
        </p:nvSpPr>
        <p:spPr>
          <a:xfrm>
            <a:off x="5023658" y="8608001"/>
            <a:ext cx="2684904" cy="854199"/>
          </a:xfrm>
          <a:prstGeom prst="chevron">
            <a:avLst>
              <a:gd name="adj" fmla="val 42382"/>
            </a:avLst>
          </a:prstGeom>
          <a:solidFill>
            <a:srgbClr val="00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PostalApp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38" name="Стрелка: шеврон 37">
            <a:extLst>
              <a:ext uri="{FF2B5EF4-FFF2-40B4-BE49-F238E27FC236}">
                <a16:creationId xmlns:a16="http://schemas.microsoft.com/office/drawing/2014/main" id="{6A7664E8-71C9-6A9E-EC16-D25C359BDC26}"/>
              </a:ext>
            </a:extLst>
          </p:cNvPr>
          <p:cNvSpPr/>
          <p:nvPr/>
        </p:nvSpPr>
        <p:spPr>
          <a:xfrm>
            <a:off x="7472089" y="8615992"/>
            <a:ext cx="4411904" cy="854199"/>
          </a:xfrm>
          <a:prstGeom prst="chevron">
            <a:avLst>
              <a:gd name="adj" fmla="val 4238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вся рабочая деятельность</a:t>
            </a:r>
          </a:p>
        </p:txBody>
      </p:sp>
      <p:sp>
        <p:nvSpPr>
          <p:cNvPr id="39" name="Стрелка: шеврон 38">
            <a:extLst>
              <a:ext uri="{FF2B5EF4-FFF2-40B4-BE49-F238E27FC236}">
                <a16:creationId xmlns:a16="http://schemas.microsoft.com/office/drawing/2014/main" id="{4F72B3FF-E9C6-1932-02C3-86F93BD64A7C}"/>
              </a:ext>
            </a:extLst>
          </p:cNvPr>
          <p:cNvSpPr/>
          <p:nvPr/>
        </p:nvSpPr>
        <p:spPr>
          <a:xfrm>
            <a:off x="5749939" y="7635214"/>
            <a:ext cx="2512942" cy="854199"/>
          </a:xfrm>
          <a:prstGeom prst="chevron">
            <a:avLst>
              <a:gd name="adj" fmla="val 42382"/>
            </a:avLst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FastAPI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0" name="Стрелка: шеврон 39">
            <a:extLst>
              <a:ext uri="{FF2B5EF4-FFF2-40B4-BE49-F238E27FC236}">
                <a16:creationId xmlns:a16="http://schemas.microsoft.com/office/drawing/2014/main" id="{15A690D5-2A94-EB99-7BD4-0AE03E8A7C2F}"/>
              </a:ext>
            </a:extLst>
          </p:cNvPr>
          <p:cNvSpPr/>
          <p:nvPr/>
        </p:nvSpPr>
        <p:spPr>
          <a:xfrm>
            <a:off x="7996539" y="7635214"/>
            <a:ext cx="4061617" cy="854199"/>
          </a:xfrm>
          <a:prstGeom prst="chevron">
            <a:avLst>
              <a:gd name="adj" fmla="val 42382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вход и проверки</a:t>
            </a:r>
          </a:p>
        </p:txBody>
      </p:sp>
      <p:sp>
        <p:nvSpPr>
          <p:cNvPr id="42" name="Параллелограмм 41">
            <a:extLst>
              <a:ext uri="{FF2B5EF4-FFF2-40B4-BE49-F238E27FC236}">
                <a16:creationId xmlns:a16="http://schemas.microsoft.com/office/drawing/2014/main" id="{D9C01D18-9BC8-178D-9D5D-DBBF5CAB7A0A}"/>
              </a:ext>
            </a:extLst>
          </p:cNvPr>
          <p:cNvSpPr/>
          <p:nvPr/>
        </p:nvSpPr>
        <p:spPr>
          <a:xfrm>
            <a:off x="-11774766" y="3198200"/>
            <a:ext cx="5119464" cy="854198"/>
          </a:xfrm>
          <a:prstGeom prst="parallelogram">
            <a:avLst>
              <a:gd name="adj" fmla="val 483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Прямоугольник: скругленные верхние углы 42">
            <a:extLst>
              <a:ext uri="{FF2B5EF4-FFF2-40B4-BE49-F238E27FC236}">
                <a16:creationId xmlns:a16="http://schemas.microsoft.com/office/drawing/2014/main" id="{1239F8E4-3694-C540-DC13-A9BED712B6B0}"/>
              </a:ext>
            </a:extLst>
          </p:cNvPr>
          <p:cNvSpPr/>
          <p:nvPr/>
        </p:nvSpPr>
        <p:spPr>
          <a:xfrm rot="5400000">
            <a:off x="-7082289" y="3041374"/>
            <a:ext cx="853974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араллелограмм 43">
            <a:extLst>
              <a:ext uri="{FF2B5EF4-FFF2-40B4-BE49-F238E27FC236}">
                <a16:creationId xmlns:a16="http://schemas.microsoft.com/office/drawing/2014/main" id="{DDCCE9D5-21F6-C480-F405-105A1990857C}"/>
              </a:ext>
            </a:extLst>
          </p:cNvPr>
          <p:cNvSpPr/>
          <p:nvPr/>
        </p:nvSpPr>
        <p:spPr>
          <a:xfrm>
            <a:off x="-11488564" y="3286660"/>
            <a:ext cx="4335845" cy="664931"/>
          </a:xfrm>
          <a:prstGeom prst="parallelogram">
            <a:avLst>
              <a:gd name="adj" fmla="val 51470"/>
            </a:avLst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D05485-244A-9921-3D25-89C0B2216FC6}"/>
              </a:ext>
            </a:extLst>
          </p:cNvPr>
          <p:cNvSpPr txBox="1"/>
          <p:nvPr/>
        </p:nvSpPr>
        <p:spPr>
          <a:xfrm>
            <a:off x="-10915586" y="3212168"/>
            <a:ext cx="32693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Технологии</a:t>
            </a:r>
          </a:p>
        </p:txBody>
      </p:sp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5F5237F3-260D-25D2-2500-6AEF9DDFCDFB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artisticGlowEdges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147205" y="3216323"/>
            <a:ext cx="756620" cy="75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99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F1090-7A65-9298-EFB5-7AFA58732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8253E51B-FF38-CC6E-1852-832E76290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996428" cy="685799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B129442-8996-4236-5C23-867735267D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858000"/>
            <a:ext cx="12185522" cy="6858000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D80577D-7F92-D6ED-EF56-0DF21A8CA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610737">
            <a:off x="-19491710" y="-1046978"/>
            <a:ext cx="13474494" cy="10293396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0F64A25-6BAE-E5C3-DB05-19F01152FC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243471">
            <a:off x="-16211784" y="982853"/>
            <a:ext cx="6948697" cy="6202406"/>
          </a:xfrm>
          <a:prstGeom prst="rect">
            <a:avLst/>
          </a:prstGeom>
          <a:effectLst>
            <a:glow rad="1270000">
              <a:schemeClr val="accent1">
                <a:alpha val="40000"/>
              </a:schemeClr>
            </a:glow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7DC2BDA-6A55-8BF7-DC38-BC49F04187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45825" y="4607300"/>
            <a:ext cx="1418948" cy="141894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9AAFA45-1884-14D4-BC53-075D946AB9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498903" y="4673882"/>
            <a:ext cx="1714290" cy="141894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EB45980-C86A-C40C-F5EA-5CAFDACCA3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020425" y="2931532"/>
            <a:ext cx="1418948" cy="1418948"/>
          </a:xfrm>
          <a:prstGeom prst="rect">
            <a:avLst/>
          </a:prstGeom>
        </p:spPr>
      </p:pic>
      <p:pic>
        <p:nvPicPr>
          <p:cNvPr id="83" name="Рисунок 82">
            <a:extLst>
              <a:ext uri="{FF2B5EF4-FFF2-40B4-BE49-F238E27FC236}">
                <a16:creationId xmlns:a16="http://schemas.microsoft.com/office/drawing/2014/main" id="{0A5BA885-DA36-3617-2B9F-5B364CA2A34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37" y="1347459"/>
            <a:ext cx="848768" cy="848768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E4F7443E-5568-5055-A5C2-C940360509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085" y="2024353"/>
            <a:ext cx="848768" cy="848768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4C4F280F-E2D4-9718-BF4B-6E871B02258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222" y="4603573"/>
            <a:ext cx="848768" cy="848768"/>
          </a:xfrm>
          <a:prstGeom prst="rect">
            <a:avLst/>
          </a:prstGeom>
        </p:spPr>
      </p:pic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BC84A944-E1DC-E04B-8981-8D0600040B9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6914" y="917962"/>
            <a:ext cx="848768" cy="848768"/>
          </a:xfrm>
          <a:prstGeom prst="rect">
            <a:avLst/>
          </a:prstGeom>
        </p:spPr>
      </p:pic>
      <p:pic>
        <p:nvPicPr>
          <p:cNvPr id="93" name="Рисунок 92">
            <a:extLst>
              <a:ext uri="{FF2B5EF4-FFF2-40B4-BE49-F238E27FC236}">
                <a16:creationId xmlns:a16="http://schemas.microsoft.com/office/drawing/2014/main" id="{484C3782-48AE-DA7B-1561-0C726EF8B43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916" y="4585050"/>
            <a:ext cx="848768" cy="848768"/>
          </a:xfrm>
          <a:prstGeom prst="rect">
            <a:avLst/>
          </a:prstGeom>
        </p:spPr>
      </p:pic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4804BA97-E879-F978-4D65-CD1DDB267F7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384" y="3750984"/>
            <a:ext cx="852084" cy="848768"/>
          </a:xfrm>
          <a:prstGeom prst="rect">
            <a:avLst/>
          </a:prstGeom>
        </p:spPr>
      </p:pic>
      <p:pic>
        <p:nvPicPr>
          <p:cNvPr id="97" name="Рисунок 96">
            <a:extLst>
              <a:ext uri="{FF2B5EF4-FFF2-40B4-BE49-F238E27FC236}">
                <a16:creationId xmlns:a16="http://schemas.microsoft.com/office/drawing/2014/main" id="{7244464C-FD53-E6E4-72AB-9B7D6311205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2428" y="436555"/>
            <a:ext cx="848768" cy="967860"/>
          </a:xfrm>
          <a:prstGeom prst="rect">
            <a:avLst/>
          </a:prstGeom>
        </p:spPr>
      </p:pic>
      <p:pic>
        <p:nvPicPr>
          <p:cNvPr id="99" name="Рисунок 98">
            <a:extLst>
              <a:ext uri="{FF2B5EF4-FFF2-40B4-BE49-F238E27FC236}">
                <a16:creationId xmlns:a16="http://schemas.microsoft.com/office/drawing/2014/main" id="{D0232F89-9E7D-475B-5DB6-686DC9F3646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2074" y="3920519"/>
            <a:ext cx="848768" cy="1057344"/>
          </a:xfrm>
          <a:prstGeom prst="rect">
            <a:avLst/>
          </a:prstGeom>
        </p:spPr>
      </p:pic>
      <p:pic>
        <p:nvPicPr>
          <p:cNvPr id="101" name="Рисунок 100">
            <a:extLst>
              <a:ext uri="{FF2B5EF4-FFF2-40B4-BE49-F238E27FC236}">
                <a16:creationId xmlns:a16="http://schemas.microsoft.com/office/drawing/2014/main" id="{C5913799-5592-BD65-24E1-FE8B163C07A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74" y="5703603"/>
            <a:ext cx="848768" cy="848768"/>
          </a:xfrm>
          <a:prstGeom prst="rect">
            <a:avLst/>
          </a:prstGeom>
        </p:spPr>
      </p:pic>
      <p:pic>
        <p:nvPicPr>
          <p:cNvPr id="103" name="Рисунок 102">
            <a:extLst>
              <a:ext uri="{FF2B5EF4-FFF2-40B4-BE49-F238E27FC236}">
                <a16:creationId xmlns:a16="http://schemas.microsoft.com/office/drawing/2014/main" id="{E2E415FF-3100-8B9F-D0A6-C13BF48CCB1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321" y="192557"/>
            <a:ext cx="848768" cy="848768"/>
          </a:xfrm>
          <a:prstGeom prst="rect">
            <a:avLst/>
          </a:prstGeom>
        </p:spPr>
      </p:pic>
      <p:pic>
        <p:nvPicPr>
          <p:cNvPr id="107" name="Рисунок 106">
            <a:extLst>
              <a:ext uri="{FF2B5EF4-FFF2-40B4-BE49-F238E27FC236}">
                <a16:creationId xmlns:a16="http://schemas.microsoft.com/office/drawing/2014/main" id="{4B83FA2C-734E-356F-F472-C3E16139E71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515" y="3750984"/>
            <a:ext cx="601764" cy="848770"/>
          </a:xfrm>
          <a:prstGeom prst="rect">
            <a:avLst/>
          </a:prstGeom>
        </p:spPr>
      </p:pic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92AE5466-D7E1-0D27-7352-FC7C5439C50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4438" y="5337417"/>
            <a:ext cx="560502" cy="790570"/>
          </a:xfrm>
          <a:prstGeom prst="rect">
            <a:avLst/>
          </a:prstGeom>
        </p:spPr>
      </p:pic>
      <p:pic>
        <p:nvPicPr>
          <p:cNvPr id="111" name="Рисунок 110">
            <a:extLst>
              <a:ext uri="{FF2B5EF4-FFF2-40B4-BE49-F238E27FC236}">
                <a16:creationId xmlns:a16="http://schemas.microsoft.com/office/drawing/2014/main" id="{82EDAB2F-0E12-536B-AD9C-F1A529D0CE3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9836" y="351359"/>
            <a:ext cx="847634" cy="847634"/>
          </a:xfrm>
          <a:prstGeom prst="rect">
            <a:avLst/>
          </a:prstGeom>
        </p:spPr>
      </p:pic>
      <p:pic>
        <p:nvPicPr>
          <p:cNvPr id="113" name="Рисунок 112">
            <a:extLst>
              <a:ext uri="{FF2B5EF4-FFF2-40B4-BE49-F238E27FC236}">
                <a16:creationId xmlns:a16="http://schemas.microsoft.com/office/drawing/2014/main" id="{4CF037DC-8EF9-9ED7-ED74-6E81F86AD16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9280" y="5715803"/>
            <a:ext cx="847634" cy="106369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35263D7-0A0B-A499-CD9F-AC56A464A0B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66445" y="1644673"/>
            <a:ext cx="1418944" cy="141894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67F91DE-F7F4-9BC6-962E-C94F1DA1CD4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43306" y="2772617"/>
            <a:ext cx="1418944" cy="141894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616396F-6A12-A051-F461-A6B2B8ADC0E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66927" y="5126284"/>
            <a:ext cx="1098464" cy="109846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F80385B-115F-FB52-D756-2C5C10DEDDB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06499" y="6137073"/>
            <a:ext cx="1098464" cy="109846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8930DB0-7288-F0D9-D14A-9FF0FE4C571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364299" y="7006907"/>
            <a:ext cx="1098464" cy="10984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13C35BA-CDD9-6456-646B-50BCEB19C0C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464092" y="7424222"/>
            <a:ext cx="1098464" cy="109846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D06466D-DA73-4563-8228-08FCF5AE50F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926438" y="7395194"/>
            <a:ext cx="1098464" cy="109846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F923F71-033F-B44A-90AC-B0923382171D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637772" y="5748787"/>
            <a:ext cx="1098464" cy="109846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F505530-B100-8256-700E-004C69FA5DD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486725" y="6860476"/>
            <a:ext cx="1098464" cy="109846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9044641-4648-3DAA-F056-2AD7A4ACADDE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04943" y="3130904"/>
            <a:ext cx="1098464" cy="109846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399D32B-1B38-68BB-933A-BE2BDFFB978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135675" y="1801779"/>
            <a:ext cx="1098466" cy="1098466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44FCADA3-C375-FFDB-C8A2-EB9540A46B1E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416281" y="797669"/>
            <a:ext cx="1089354" cy="108935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D1E9DF6A-DBE4-064F-A7EE-0A7BE5979CE8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35567" y="-419286"/>
            <a:ext cx="1098464" cy="1098464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906C23C4-A228-1B05-B0AD-EAA515106779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06757" y="-161959"/>
            <a:ext cx="1078992" cy="1078992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1723B6B4-DC79-FF08-927F-A988997575C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238500" y="1097983"/>
            <a:ext cx="1088220" cy="108822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7264042D-8CA7-0027-228A-01B445BB1ACB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96793" y="3283379"/>
            <a:ext cx="1088220" cy="108822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FAEE2E8-A901-2164-C20B-5E5007D68031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142580" y="-122574"/>
            <a:ext cx="1088220" cy="108822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5D3A6B0E-0AC1-5682-E21C-3A3C2EBB09B6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374559" y="4371599"/>
            <a:ext cx="1088220" cy="1088220"/>
          </a:xfrm>
          <a:prstGeom prst="rect">
            <a:avLst/>
          </a:prstGeom>
        </p:spPr>
      </p:pic>
      <p:sp>
        <p:nvSpPr>
          <p:cNvPr id="48" name="Параллелограмм 47">
            <a:extLst>
              <a:ext uri="{FF2B5EF4-FFF2-40B4-BE49-F238E27FC236}">
                <a16:creationId xmlns:a16="http://schemas.microsoft.com/office/drawing/2014/main" id="{E0396830-C954-671A-CFEC-0D2C9C62E434}"/>
              </a:ext>
            </a:extLst>
          </p:cNvPr>
          <p:cNvSpPr/>
          <p:nvPr/>
        </p:nvSpPr>
        <p:spPr>
          <a:xfrm>
            <a:off x="169910" y="277910"/>
            <a:ext cx="5119464" cy="854198"/>
          </a:xfrm>
          <a:prstGeom prst="parallelogram">
            <a:avLst>
              <a:gd name="adj" fmla="val 483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рямоугольник: скругленные верхние углы 48">
            <a:extLst>
              <a:ext uri="{FF2B5EF4-FFF2-40B4-BE49-F238E27FC236}">
                <a16:creationId xmlns:a16="http://schemas.microsoft.com/office/drawing/2014/main" id="{3E326AA5-BDE4-82AC-48DF-921DB13E20A6}"/>
              </a:ext>
            </a:extLst>
          </p:cNvPr>
          <p:cNvSpPr/>
          <p:nvPr/>
        </p:nvSpPr>
        <p:spPr>
          <a:xfrm rot="5400000">
            <a:off x="4862387" y="121084"/>
            <a:ext cx="853974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араллелограмм 49">
            <a:extLst>
              <a:ext uri="{FF2B5EF4-FFF2-40B4-BE49-F238E27FC236}">
                <a16:creationId xmlns:a16="http://schemas.microsoft.com/office/drawing/2014/main" id="{9D8E36C3-AE15-0275-F51F-9428586D78B8}"/>
              </a:ext>
            </a:extLst>
          </p:cNvPr>
          <p:cNvSpPr/>
          <p:nvPr/>
        </p:nvSpPr>
        <p:spPr>
          <a:xfrm>
            <a:off x="456112" y="366370"/>
            <a:ext cx="4335845" cy="664931"/>
          </a:xfrm>
          <a:prstGeom prst="parallelogram">
            <a:avLst>
              <a:gd name="adj" fmla="val 51470"/>
            </a:avLst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26CCFA-36D6-C6BC-37DE-43542A502E07}"/>
              </a:ext>
            </a:extLst>
          </p:cNvPr>
          <p:cNvSpPr txBox="1"/>
          <p:nvPr/>
        </p:nvSpPr>
        <p:spPr>
          <a:xfrm>
            <a:off x="1029090" y="291878"/>
            <a:ext cx="32693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Технологии</a:t>
            </a:r>
          </a:p>
        </p:txBody>
      </p:sp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87E30F06-D0B3-49F3-8C2B-39B663FF913F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BEBA8EAE-BF5A-486C-A8C5-ECC9F3942E4B}">
                <a14:imgProps xmlns:a14="http://schemas.microsoft.com/office/drawing/2010/main">
                  <a14:imgLayer r:embed="rId41">
                    <a14:imgEffect>
                      <a14:artisticGlowEdges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71" y="296033"/>
            <a:ext cx="756620" cy="756620"/>
          </a:xfrm>
          <a:prstGeom prst="rect">
            <a:avLst/>
          </a:prstGeom>
        </p:spPr>
      </p:pic>
      <p:sp useBgFill="1">
        <p:nvSpPr>
          <p:cNvPr id="53" name="Прямоугольник: усеченные противолежащие углы 52">
            <a:extLst>
              <a:ext uri="{FF2B5EF4-FFF2-40B4-BE49-F238E27FC236}">
                <a16:creationId xmlns:a16="http://schemas.microsoft.com/office/drawing/2014/main" id="{3360F6A9-5819-30CF-7FDD-9DF1A40F33D6}"/>
              </a:ext>
            </a:extLst>
          </p:cNvPr>
          <p:cNvSpPr/>
          <p:nvPr/>
        </p:nvSpPr>
        <p:spPr>
          <a:xfrm>
            <a:off x="1278069" y="1465709"/>
            <a:ext cx="2878546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464D78D-ECFF-BDC2-099B-0F796C055985}"/>
              </a:ext>
            </a:extLst>
          </p:cNvPr>
          <p:cNvSpPr txBox="1"/>
          <p:nvPr/>
        </p:nvSpPr>
        <p:spPr>
          <a:xfrm>
            <a:off x="1459025" y="1539263"/>
            <a:ext cx="23927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C# / .NET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55" name="Прямоугольник: усеченные противолежащие углы 54">
            <a:extLst>
              <a:ext uri="{FF2B5EF4-FFF2-40B4-BE49-F238E27FC236}">
                <a16:creationId xmlns:a16="http://schemas.microsoft.com/office/drawing/2014/main" id="{D9AC9B16-6AB8-53BF-A143-CB5521A63613}"/>
              </a:ext>
            </a:extLst>
          </p:cNvPr>
          <p:cNvSpPr/>
          <p:nvPr/>
        </p:nvSpPr>
        <p:spPr>
          <a:xfrm>
            <a:off x="4475995" y="1465709"/>
            <a:ext cx="3094382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F0CBE9-9796-A3A1-3954-57015CF28A59}"/>
              </a:ext>
            </a:extLst>
          </p:cNvPr>
          <p:cNvSpPr txBox="1"/>
          <p:nvPr/>
        </p:nvSpPr>
        <p:spPr>
          <a:xfrm>
            <a:off x="4656951" y="1539263"/>
            <a:ext cx="2678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GMap.NET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57" name="Прямоугольник: усеченные противолежащие углы 56">
            <a:extLst>
              <a:ext uri="{FF2B5EF4-FFF2-40B4-BE49-F238E27FC236}">
                <a16:creationId xmlns:a16="http://schemas.microsoft.com/office/drawing/2014/main" id="{5B13EB5E-142D-A0B4-EA37-107E37774C2D}"/>
              </a:ext>
            </a:extLst>
          </p:cNvPr>
          <p:cNvSpPr/>
          <p:nvPr/>
        </p:nvSpPr>
        <p:spPr>
          <a:xfrm>
            <a:off x="7889757" y="1465709"/>
            <a:ext cx="2477157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174BF23-1415-9AA2-4E72-643763654512}"/>
              </a:ext>
            </a:extLst>
          </p:cNvPr>
          <p:cNvSpPr txBox="1"/>
          <p:nvPr/>
        </p:nvSpPr>
        <p:spPr>
          <a:xfrm>
            <a:off x="8070713" y="1539263"/>
            <a:ext cx="21628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Npgsql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59" name="Прямоугольник: усеченные противолежащие углы 58">
            <a:extLst>
              <a:ext uri="{FF2B5EF4-FFF2-40B4-BE49-F238E27FC236}">
                <a16:creationId xmlns:a16="http://schemas.microsoft.com/office/drawing/2014/main" id="{AFFF56E7-F4EE-8604-5B0A-C8275F4EFBC3}"/>
              </a:ext>
            </a:extLst>
          </p:cNvPr>
          <p:cNvSpPr/>
          <p:nvPr/>
        </p:nvSpPr>
        <p:spPr>
          <a:xfrm>
            <a:off x="723658" y="2863555"/>
            <a:ext cx="2334719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EF32162-3756-9613-0DA5-E4D47BA692D0}"/>
              </a:ext>
            </a:extLst>
          </p:cNvPr>
          <p:cNvSpPr txBox="1"/>
          <p:nvPr/>
        </p:nvSpPr>
        <p:spPr>
          <a:xfrm>
            <a:off x="904614" y="2937109"/>
            <a:ext cx="21537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Python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61" name="Прямоугольник: усеченные противолежащие углы 60">
            <a:extLst>
              <a:ext uri="{FF2B5EF4-FFF2-40B4-BE49-F238E27FC236}">
                <a16:creationId xmlns:a16="http://schemas.microsoft.com/office/drawing/2014/main" id="{961EF9D5-633E-5950-18B6-759AF2D6A602}"/>
              </a:ext>
            </a:extLst>
          </p:cNvPr>
          <p:cNvSpPr/>
          <p:nvPr/>
        </p:nvSpPr>
        <p:spPr>
          <a:xfrm>
            <a:off x="3297404" y="2863555"/>
            <a:ext cx="2524852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7F9D526-E725-51C5-9CC6-DE1A5A9FB719}"/>
              </a:ext>
            </a:extLst>
          </p:cNvPr>
          <p:cNvSpPr txBox="1"/>
          <p:nvPr/>
        </p:nvSpPr>
        <p:spPr>
          <a:xfrm>
            <a:off x="3478360" y="2937109"/>
            <a:ext cx="2175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FastAPI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63" name="Прямоугольник: усеченные противолежащие углы 62">
            <a:extLst>
              <a:ext uri="{FF2B5EF4-FFF2-40B4-BE49-F238E27FC236}">
                <a16:creationId xmlns:a16="http://schemas.microsoft.com/office/drawing/2014/main" id="{F7AAA42B-CF34-2465-C3E2-BB43C4D50597}"/>
              </a:ext>
            </a:extLst>
          </p:cNvPr>
          <p:cNvSpPr/>
          <p:nvPr/>
        </p:nvSpPr>
        <p:spPr>
          <a:xfrm>
            <a:off x="6085243" y="2863555"/>
            <a:ext cx="2276231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708F7E0-AD45-CEC9-A689-26ED2546F55E}"/>
              </a:ext>
            </a:extLst>
          </p:cNvPr>
          <p:cNvSpPr txBox="1"/>
          <p:nvPr/>
        </p:nvSpPr>
        <p:spPr>
          <a:xfrm>
            <a:off x="6266199" y="2937109"/>
            <a:ext cx="1809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Nginx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65" name="Прямоугольник: усеченные противолежащие углы 64">
            <a:extLst>
              <a:ext uri="{FF2B5EF4-FFF2-40B4-BE49-F238E27FC236}">
                <a16:creationId xmlns:a16="http://schemas.microsoft.com/office/drawing/2014/main" id="{C6E45501-79FA-872C-1534-3CD5ADDC56FB}"/>
              </a:ext>
            </a:extLst>
          </p:cNvPr>
          <p:cNvSpPr/>
          <p:nvPr/>
        </p:nvSpPr>
        <p:spPr>
          <a:xfrm>
            <a:off x="8624461" y="2863555"/>
            <a:ext cx="3037250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D82DF7F-D608-EC4A-4C95-EC72D44A17FD}"/>
              </a:ext>
            </a:extLst>
          </p:cNvPr>
          <p:cNvSpPr txBox="1"/>
          <p:nvPr/>
        </p:nvSpPr>
        <p:spPr>
          <a:xfrm>
            <a:off x="8805417" y="2937109"/>
            <a:ext cx="2856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Debian 12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68" name="Прямоугольник: усеченные противолежащие углы 67">
            <a:extLst>
              <a:ext uri="{FF2B5EF4-FFF2-40B4-BE49-F238E27FC236}">
                <a16:creationId xmlns:a16="http://schemas.microsoft.com/office/drawing/2014/main" id="{617B5738-5BE5-CB1A-F0E3-4111598400B8}"/>
              </a:ext>
            </a:extLst>
          </p:cNvPr>
          <p:cNvSpPr/>
          <p:nvPr/>
        </p:nvSpPr>
        <p:spPr>
          <a:xfrm>
            <a:off x="4015980" y="4270550"/>
            <a:ext cx="3378882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E12B4D-F16F-5E38-BD86-D06F096C4007}"/>
              </a:ext>
            </a:extLst>
          </p:cNvPr>
          <p:cNvSpPr txBox="1"/>
          <p:nvPr/>
        </p:nvSpPr>
        <p:spPr>
          <a:xfrm>
            <a:off x="4196935" y="4344104"/>
            <a:ext cx="29605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PostgreSQL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70" name="Прямоугольник: усеченные противолежащие углы 69">
            <a:extLst>
              <a:ext uri="{FF2B5EF4-FFF2-40B4-BE49-F238E27FC236}">
                <a16:creationId xmlns:a16="http://schemas.microsoft.com/office/drawing/2014/main" id="{2A4E4B07-FA54-F53F-7EC4-2C33027EA7EB}"/>
              </a:ext>
            </a:extLst>
          </p:cNvPr>
          <p:cNvSpPr/>
          <p:nvPr/>
        </p:nvSpPr>
        <p:spPr>
          <a:xfrm>
            <a:off x="7768705" y="4270550"/>
            <a:ext cx="2539583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4003DEB-4C9C-F5CD-06DA-3F4037BA4054}"/>
              </a:ext>
            </a:extLst>
          </p:cNvPr>
          <p:cNvSpPr txBox="1"/>
          <p:nvPr/>
        </p:nvSpPr>
        <p:spPr>
          <a:xfrm>
            <a:off x="7949662" y="4344104"/>
            <a:ext cx="2123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Access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72" name="Прямоугольник: усеченные противолежащие углы 71">
            <a:extLst>
              <a:ext uri="{FF2B5EF4-FFF2-40B4-BE49-F238E27FC236}">
                <a16:creationId xmlns:a16="http://schemas.microsoft.com/office/drawing/2014/main" id="{C71E29EF-E204-C9DC-7C7F-221972196D51}"/>
              </a:ext>
            </a:extLst>
          </p:cNvPr>
          <p:cNvSpPr/>
          <p:nvPr/>
        </p:nvSpPr>
        <p:spPr>
          <a:xfrm>
            <a:off x="1987417" y="5589322"/>
            <a:ext cx="3698264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5246AF2-FF2C-B116-0EC6-2CB1433C8883}"/>
              </a:ext>
            </a:extLst>
          </p:cNvPr>
          <p:cNvSpPr txBox="1"/>
          <p:nvPr/>
        </p:nvSpPr>
        <p:spPr>
          <a:xfrm>
            <a:off x="2168372" y="5662876"/>
            <a:ext cx="3517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HTML/CSS/JS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74" name="Прямоугольник: усеченные противолежащие углы 73">
            <a:extLst>
              <a:ext uri="{FF2B5EF4-FFF2-40B4-BE49-F238E27FC236}">
                <a16:creationId xmlns:a16="http://schemas.microsoft.com/office/drawing/2014/main" id="{643463CE-C580-0D59-6FAC-FF2566B573AB}"/>
              </a:ext>
            </a:extLst>
          </p:cNvPr>
          <p:cNvSpPr/>
          <p:nvPr/>
        </p:nvSpPr>
        <p:spPr>
          <a:xfrm>
            <a:off x="6107509" y="5589322"/>
            <a:ext cx="2739065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C1B6646-CA69-793F-3804-D6B386461BAE}"/>
              </a:ext>
            </a:extLst>
          </p:cNvPr>
          <p:cNvSpPr txBox="1"/>
          <p:nvPr/>
        </p:nvSpPr>
        <p:spPr>
          <a:xfrm>
            <a:off x="6288465" y="5662876"/>
            <a:ext cx="24130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Firebase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114" name="Параллелограмм 113">
            <a:extLst>
              <a:ext uri="{FF2B5EF4-FFF2-40B4-BE49-F238E27FC236}">
                <a16:creationId xmlns:a16="http://schemas.microsoft.com/office/drawing/2014/main" id="{A9C7DD54-42A8-B645-374B-C00B27D36082}"/>
              </a:ext>
            </a:extLst>
          </p:cNvPr>
          <p:cNvSpPr/>
          <p:nvPr/>
        </p:nvSpPr>
        <p:spPr>
          <a:xfrm>
            <a:off x="12727037" y="398980"/>
            <a:ext cx="5119464" cy="854198"/>
          </a:xfrm>
          <a:prstGeom prst="parallelogram">
            <a:avLst>
              <a:gd name="adj" fmla="val 483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5" name="Прямоугольник: скругленные верхние углы 114">
            <a:extLst>
              <a:ext uri="{FF2B5EF4-FFF2-40B4-BE49-F238E27FC236}">
                <a16:creationId xmlns:a16="http://schemas.microsoft.com/office/drawing/2014/main" id="{911828B3-FD78-6BAB-267C-3174810173DC}"/>
              </a:ext>
            </a:extLst>
          </p:cNvPr>
          <p:cNvSpPr/>
          <p:nvPr/>
        </p:nvSpPr>
        <p:spPr>
          <a:xfrm rot="5400000">
            <a:off x="17419514" y="242154"/>
            <a:ext cx="853974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6" name="Параллелограмм 115">
            <a:extLst>
              <a:ext uri="{FF2B5EF4-FFF2-40B4-BE49-F238E27FC236}">
                <a16:creationId xmlns:a16="http://schemas.microsoft.com/office/drawing/2014/main" id="{46EF86BA-E33C-157B-49E8-9D84C2279234}"/>
              </a:ext>
            </a:extLst>
          </p:cNvPr>
          <p:cNvSpPr/>
          <p:nvPr/>
        </p:nvSpPr>
        <p:spPr>
          <a:xfrm>
            <a:off x="13013239" y="487440"/>
            <a:ext cx="4335845" cy="664931"/>
          </a:xfrm>
          <a:prstGeom prst="parallelogram">
            <a:avLst>
              <a:gd name="adj" fmla="val 51470"/>
            </a:avLst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A63444C-B1B9-7EFA-5757-CC9494D05E93}"/>
              </a:ext>
            </a:extLst>
          </p:cNvPr>
          <p:cNvSpPr txBox="1"/>
          <p:nvPr/>
        </p:nvSpPr>
        <p:spPr>
          <a:xfrm>
            <a:off x="13586217" y="412948"/>
            <a:ext cx="32693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Итоги</a:t>
            </a:r>
          </a:p>
        </p:txBody>
      </p:sp>
      <p:pic>
        <p:nvPicPr>
          <p:cNvPr id="118" name="Рисунок 117">
            <a:extLst>
              <a:ext uri="{FF2B5EF4-FFF2-40B4-BE49-F238E27FC236}">
                <a16:creationId xmlns:a16="http://schemas.microsoft.com/office/drawing/2014/main" id="{8460DBC4-3B7F-46BC-AB29-D5E456350811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1208" y="465202"/>
            <a:ext cx="664931" cy="66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155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06328-6A50-DCE0-99EE-A84F510BB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86D2652E-6D4D-5AF6-7389-0C014DC52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04428" y="1"/>
            <a:ext cx="15996428" cy="6857999"/>
          </a:xfrm>
          <a:prstGeom prst="rect">
            <a:avLst/>
          </a:prstGeom>
        </p:spPr>
      </p:pic>
      <p:pic>
        <p:nvPicPr>
          <p:cNvPr id="83" name="Рисунок 82">
            <a:extLst>
              <a:ext uri="{FF2B5EF4-FFF2-40B4-BE49-F238E27FC236}">
                <a16:creationId xmlns:a16="http://schemas.microsoft.com/office/drawing/2014/main" id="{8C6D9B1D-FD71-9B44-76D4-CAC2944C74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72963" y="1425960"/>
            <a:ext cx="848768" cy="848768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B06D5DC9-2514-C593-9584-53CEB8100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98815" y="2102854"/>
            <a:ext cx="848768" cy="848768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E6A18DEF-2EF8-E7FF-B495-4BC81D3FAD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137678" y="4682074"/>
            <a:ext cx="848768" cy="848768"/>
          </a:xfrm>
          <a:prstGeom prst="rect">
            <a:avLst/>
          </a:prstGeom>
        </p:spPr>
      </p:pic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1CB9E3D6-25E4-DDD1-B260-3E88B6AB78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29986" y="996463"/>
            <a:ext cx="848768" cy="848768"/>
          </a:xfrm>
          <a:prstGeom prst="rect">
            <a:avLst/>
          </a:prstGeom>
        </p:spPr>
      </p:pic>
      <p:pic>
        <p:nvPicPr>
          <p:cNvPr id="93" name="Рисунок 92">
            <a:extLst>
              <a:ext uri="{FF2B5EF4-FFF2-40B4-BE49-F238E27FC236}">
                <a16:creationId xmlns:a16="http://schemas.microsoft.com/office/drawing/2014/main" id="{4FD971FF-3AA6-E9CB-3B18-83A47424A7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46984" y="4663551"/>
            <a:ext cx="848768" cy="848768"/>
          </a:xfrm>
          <a:prstGeom prst="rect">
            <a:avLst/>
          </a:prstGeom>
        </p:spPr>
      </p:pic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8198566-7065-2AE3-22E3-39812996A7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11516" y="3829485"/>
            <a:ext cx="852084" cy="848768"/>
          </a:xfrm>
          <a:prstGeom prst="rect">
            <a:avLst/>
          </a:prstGeom>
        </p:spPr>
      </p:pic>
      <p:pic>
        <p:nvPicPr>
          <p:cNvPr id="97" name="Рисунок 96">
            <a:extLst>
              <a:ext uri="{FF2B5EF4-FFF2-40B4-BE49-F238E27FC236}">
                <a16:creationId xmlns:a16="http://schemas.microsoft.com/office/drawing/2014/main" id="{864A5C7F-363D-3EE2-52D0-2FF4898669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74472" y="515056"/>
            <a:ext cx="848768" cy="967860"/>
          </a:xfrm>
          <a:prstGeom prst="rect">
            <a:avLst/>
          </a:prstGeom>
        </p:spPr>
      </p:pic>
      <p:pic>
        <p:nvPicPr>
          <p:cNvPr id="99" name="Рисунок 98">
            <a:extLst>
              <a:ext uri="{FF2B5EF4-FFF2-40B4-BE49-F238E27FC236}">
                <a16:creationId xmlns:a16="http://schemas.microsoft.com/office/drawing/2014/main" id="{224E177F-81E8-9CDC-6961-3B2D53BC31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34826" y="3999020"/>
            <a:ext cx="848768" cy="1057344"/>
          </a:xfrm>
          <a:prstGeom prst="rect">
            <a:avLst/>
          </a:prstGeom>
        </p:spPr>
      </p:pic>
      <p:pic>
        <p:nvPicPr>
          <p:cNvPr id="101" name="Рисунок 100">
            <a:extLst>
              <a:ext uri="{FF2B5EF4-FFF2-40B4-BE49-F238E27FC236}">
                <a16:creationId xmlns:a16="http://schemas.microsoft.com/office/drawing/2014/main" id="{0C8EE5BE-D009-7ECF-4FFD-AE713ADD6F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97626" y="5782104"/>
            <a:ext cx="848768" cy="848768"/>
          </a:xfrm>
          <a:prstGeom prst="rect">
            <a:avLst/>
          </a:prstGeom>
        </p:spPr>
      </p:pic>
      <p:pic>
        <p:nvPicPr>
          <p:cNvPr id="103" name="Рисунок 102">
            <a:extLst>
              <a:ext uri="{FF2B5EF4-FFF2-40B4-BE49-F238E27FC236}">
                <a16:creationId xmlns:a16="http://schemas.microsoft.com/office/drawing/2014/main" id="{7E2B4C16-120B-9B6C-6626-64B755DFB3E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31579" y="271058"/>
            <a:ext cx="848768" cy="848768"/>
          </a:xfrm>
          <a:prstGeom prst="rect">
            <a:avLst/>
          </a:prstGeom>
        </p:spPr>
      </p:pic>
      <p:pic>
        <p:nvPicPr>
          <p:cNvPr id="107" name="Рисунок 106">
            <a:extLst>
              <a:ext uri="{FF2B5EF4-FFF2-40B4-BE49-F238E27FC236}">
                <a16:creationId xmlns:a16="http://schemas.microsoft.com/office/drawing/2014/main" id="{475FE4F7-3C49-6744-37D8-B0CF9CC8F98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058385" y="3829485"/>
            <a:ext cx="601764" cy="848770"/>
          </a:xfrm>
          <a:prstGeom prst="rect">
            <a:avLst/>
          </a:prstGeom>
        </p:spPr>
      </p:pic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0EA2E4ED-EE15-5DFF-59F5-983D8E5EB38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12462" y="5415918"/>
            <a:ext cx="560502" cy="790570"/>
          </a:xfrm>
          <a:prstGeom prst="rect">
            <a:avLst/>
          </a:prstGeom>
        </p:spPr>
      </p:pic>
      <p:pic>
        <p:nvPicPr>
          <p:cNvPr id="111" name="Рисунок 110">
            <a:extLst>
              <a:ext uri="{FF2B5EF4-FFF2-40B4-BE49-F238E27FC236}">
                <a16:creationId xmlns:a16="http://schemas.microsoft.com/office/drawing/2014/main" id="{89C564F4-7CA8-19B9-B526-0017108E422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627064" y="429860"/>
            <a:ext cx="847634" cy="847634"/>
          </a:xfrm>
          <a:prstGeom prst="rect">
            <a:avLst/>
          </a:prstGeom>
        </p:spPr>
      </p:pic>
      <p:pic>
        <p:nvPicPr>
          <p:cNvPr id="113" name="Рисунок 112">
            <a:extLst>
              <a:ext uri="{FF2B5EF4-FFF2-40B4-BE49-F238E27FC236}">
                <a16:creationId xmlns:a16="http://schemas.microsoft.com/office/drawing/2014/main" id="{1A62CFC4-B4E3-5E70-3E2C-47C0E1BAE9F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77620" y="5794304"/>
            <a:ext cx="847634" cy="1063696"/>
          </a:xfrm>
          <a:prstGeom prst="rect">
            <a:avLst/>
          </a:prstGeom>
        </p:spPr>
      </p:pic>
      <p:sp>
        <p:nvSpPr>
          <p:cNvPr id="48" name="Параллелограмм 47">
            <a:extLst>
              <a:ext uri="{FF2B5EF4-FFF2-40B4-BE49-F238E27FC236}">
                <a16:creationId xmlns:a16="http://schemas.microsoft.com/office/drawing/2014/main" id="{F67D4800-309D-8936-05EA-6EB735B1F6FE}"/>
              </a:ext>
            </a:extLst>
          </p:cNvPr>
          <p:cNvSpPr/>
          <p:nvPr/>
        </p:nvSpPr>
        <p:spPr>
          <a:xfrm>
            <a:off x="-13126990" y="356411"/>
            <a:ext cx="5119464" cy="854198"/>
          </a:xfrm>
          <a:prstGeom prst="parallelogram">
            <a:avLst>
              <a:gd name="adj" fmla="val 483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рямоугольник: скругленные верхние углы 48">
            <a:extLst>
              <a:ext uri="{FF2B5EF4-FFF2-40B4-BE49-F238E27FC236}">
                <a16:creationId xmlns:a16="http://schemas.microsoft.com/office/drawing/2014/main" id="{F6F82678-8705-87F4-7346-EE4203E2EA68}"/>
              </a:ext>
            </a:extLst>
          </p:cNvPr>
          <p:cNvSpPr/>
          <p:nvPr/>
        </p:nvSpPr>
        <p:spPr>
          <a:xfrm rot="5400000">
            <a:off x="-8434513" y="199585"/>
            <a:ext cx="853974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араллелограмм 49">
            <a:extLst>
              <a:ext uri="{FF2B5EF4-FFF2-40B4-BE49-F238E27FC236}">
                <a16:creationId xmlns:a16="http://schemas.microsoft.com/office/drawing/2014/main" id="{CEDB3945-90AA-5593-624C-A26BED762224}"/>
              </a:ext>
            </a:extLst>
          </p:cNvPr>
          <p:cNvSpPr/>
          <p:nvPr/>
        </p:nvSpPr>
        <p:spPr>
          <a:xfrm>
            <a:off x="-12840788" y="444871"/>
            <a:ext cx="4335845" cy="664931"/>
          </a:xfrm>
          <a:prstGeom prst="parallelogram">
            <a:avLst>
              <a:gd name="adj" fmla="val 51470"/>
            </a:avLst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9B8FA1-BD04-77E3-4E42-365C60FBC309}"/>
              </a:ext>
            </a:extLst>
          </p:cNvPr>
          <p:cNvSpPr txBox="1"/>
          <p:nvPr/>
        </p:nvSpPr>
        <p:spPr>
          <a:xfrm>
            <a:off x="-12267810" y="370379"/>
            <a:ext cx="32693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Технологии</a:t>
            </a:r>
          </a:p>
        </p:txBody>
      </p:sp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1A85D113-9267-1E2F-DB47-2D8A04101E5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GlowEdges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99429" y="374534"/>
            <a:ext cx="756620" cy="756620"/>
          </a:xfrm>
          <a:prstGeom prst="rect">
            <a:avLst/>
          </a:prstGeom>
        </p:spPr>
      </p:pic>
      <p:sp useBgFill="1">
        <p:nvSpPr>
          <p:cNvPr id="53" name="Прямоугольник: усеченные противолежащие углы 52">
            <a:extLst>
              <a:ext uri="{FF2B5EF4-FFF2-40B4-BE49-F238E27FC236}">
                <a16:creationId xmlns:a16="http://schemas.microsoft.com/office/drawing/2014/main" id="{E93F3B56-3909-077D-57D7-99278959F120}"/>
              </a:ext>
            </a:extLst>
          </p:cNvPr>
          <p:cNvSpPr/>
          <p:nvPr/>
        </p:nvSpPr>
        <p:spPr>
          <a:xfrm>
            <a:off x="-12018831" y="1544210"/>
            <a:ext cx="2878546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2F66E2-1AA5-A73F-B9B9-E8B9C84A580C}"/>
              </a:ext>
            </a:extLst>
          </p:cNvPr>
          <p:cNvSpPr txBox="1"/>
          <p:nvPr/>
        </p:nvSpPr>
        <p:spPr>
          <a:xfrm>
            <a:off x="-11837875" y="1617764"/>
            <a:ext cx="23927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C# / .NET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55" name="Прямоугольник: усеченные противолежащие углы 54">
            <a:extLst>
              <a:ext uri="{FF2B5EF4-FFF2-40B4-BE49-F238E27FC236}">
                <a16:creationId xmlns:a16="http://schemas.microsoft.com/office/drawing/2014/main" id="{E8F1D8EC-1880-A1CB-E6E2-125547E11ABB}"/>
              </a:ext>
            </a:extLst>
          </p:cNvPr>
          <p:cNvSpPr/>
          <p:nvPr/>
        </p:nvSpPr>
        <p:spPr>
          <a:xfrm>
            <a:off x="-8820905" y="1544210"/>
            <a:ext cx="3094382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962DA99-6BBE-E667-DCDD-E8871CEB3478}"/>
              </a:ext>
            </a:extLst>
          </p:cNvPr>
          <p:cNvSpPr txBox="1"/>
          <p:nvPr/>
        </p:nvSpPr>
        <p:spPr>
          <a:xfrm>
            <a:off x="-8639949" y="1617764"/>
            <a:ext cx="26780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GMap.NET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57" name="Прямоугольник: усеченные противолежащие углы 56">
            <a:extLst>
              <a:ext uri="{FF2B5EF4-FFF2-40B4-BE49-F238E27FC236}">
                <a16:creationId xmlns:a16="http://schemas.microsoft.com/office/drawing/2014/main" id="{85525583-11E9-C5EF-40F2-82A75E72DD97}"/>
              </a:ext>
            </a:extLst>
          </p:cNvPr>
          <p:cNvSpPr/>
          <p:nvPr/>
        </p:nvSpPr>
        <p:spPr>
          <a:xfrm>
            <a:off x="-5407143" y="1544210"/>
            <a:ext cx="2477157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80CA48A-6BD1-7FBF-4A7F-D47B0814C666}"/>
              </a:ext>
            </a:extLst>
          </p:cNvPr>
          <p:cNvSpPr txBox="1"/>
          <p:nvPr/>
        </p:nvSpPr>
        <p:spPr>
          <a:xfrm>
            <a:off x="-5226187" y="1617764"/>
            <a:ext cx="21628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Npgsql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59" name="Прямоугольник: усеченные противолежащие углы 58">
            <a:extLst>
              <a:ext uri="{FF2B5EF4-FFF2-40B4-BE49-F238E27FC236}">
                <a16:creationId xmlns:a16="http://schemas.microsoft.com/office/drawing/2014/main" id="{FEDA1675-A7FA-A5DE-C63D-D59C7AD63442}"/>
              </a:ext>
            </a:extLst>
          </p:cNvPr>
          <p:cNvSpPr/>
          <p:nvPr/>
        </p:nvSpPr>
        <p:spPr>
          <a:xfrm>
            <a:off x="-12573242" y="2942056"/>
            <a:ext cx="2334719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0C2092-9A10-8AC4-1F4A-53648FF5C46E}"/>
              </a:ext>
            </a:extLst>
          </p:cNvPr>
          <p:cNvSpPr txBox="1"/>
          <p:nvPr/>
        </p:nvSpPr>
        <p:spPr>
          <a:xfrm>
            <a:off x="-12392286" y="3015610"/>
            <a:ext cx="21537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Python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61" name="Прямоугольник: усеченные противолежащие углы 60">
            <a:extLst>
              <a:ext uri="{FF2B5EF4-FFF2-40B4-BE49-F238E27FC236}">
                <a16:creationId xmlns:a16="http://schemas.microsoft.com/office/drawing/2014/main" id="{0FEEFA53-D9D1-15C0-02DD-D898010E8E18}"/>
              </a:ext>
            </a:extLst>
          </p:cNvPr>
          <p:cNvSpPr/>
          <p:nvPr/>
        </p:nvSpPr>
        <p:spPr>
          <a:xfrm>
            <a:off x="-9999496" y="2942056"/>
            <a:ext cx="2524852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167AC30-DC65-C4AE-853D-83532EE8903C}"/>
              </a:ext>
            </a:extLst>
          </p:cNvPr>
          <p:cNvSpPr txBox="1"/>
          <p:nvPr/>
        </p:nvSpPr>
        <p:spPr>
          <a:xfrm>
            <a:off x="-9818540" y="3015610"/>
            <a:ext cx="2175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 err="1">
                <a:solidFill>
                  <a:schemeClr val="bg1"/>
                </a:solidFill>
                <a:latin typeface="Franklin Gothic Heavy" panose="020B0903020102020204" pitchFamily="34" charset="0"/>
              </a:rPr>
              <a:t>FastAPI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63" name="Прямоугольник: усеченные противолежащие углы 62">
            <a:extLst>
              <a:ext uri="{FF2B5EF4-FFF2-40B4-BE49-F238E27FC236}">
                <a16:creationId xmlns:a16="http://schemas.microsoft.com/office/drawing/2014/main" id="{EFACADF6-A85C-63DE-B350-47DE11FFED38}"/>
              </a:ext>
            </a:extLst>
          </p:cNvPr>
          <p:cNvSpPr/>
          <p:nvPr/>
        </p:nvSpPr>
        <p:spPr>
          <a:xfrm>
            <a:off x="-7211657" y="2942056"/>
            <a:ext cx="2276231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235AB7E-1CA0-3A30-AF3E-4C09C8A5A1A6}"/>
              </a:ext>
            </a:extLst>
          </p:cNvPr>
          <p:cNvSpPr txBox="1"/>
          <p:nvPr/>
        </p:nvSpPr>
        <p:spPr>
          <a:xfrm>
            <a:off x="-7030701" y="3015610"/>
            <a:ext cx="1809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Nginx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65" name="Прямоугольник: усеченные противолежащие углы 64">
            <a:extLst>
              <a:ext uri="{FF2B5EF4-FFF2-40B4-BE49-F238E27FC236}">
                <a16:creationId xmlns:a16="http://schemas.microsoft.com/office/drawing/2014/main" id="{C11FC65C-7BBF-6FCB-AE6B-BC50F6BC9129}"/>
              </a:ext>
            </a:extLst>
          </p:cNvPr>
          <p:cNvSpPr/>
          <p:nvPr/>
        </p:nvSpPr>
        <p:spPr>
          <a:xfrm>
            <a:off x="-4672439" y="2942056"/>
            <a:ext cx="3037250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AEA7C59-2BFF-9B84-FF2D-598525085FE3}"/>
              </a:ext>
            </a:extLst>
          </p:cNvPr>
          <p:cNvSpPr txBox="1"/>
          <p:nvPr/>
        </p:nvSpPr>
        <p:spPr>
          <a:xfrm>
            <a:off x="-4491483" y="3015610"/>
            <a:ext cx="28562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Debian 12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68" name="Прямоугольник: усеченные противолежащие углы 67">
            <a:extLst>
              <a:ext uri="{FF2B5EF4-FFF2-40B4-BE49-F238E27FC236}">
                <a16:creationId xmlns:a16="http://schemas.microsoft.com/office/drawing/2014/main" id="{A116FC4E-649B-FFDC-A02E-4022F594024E}"/>
              </a:ext>
            </a:extLst>
          </p:cNvPr>
          <p:cNvSpPr/>
          <p:nvPr/>
        </p:nvSpPr>
        <p:spPr>
          <a:xfrm>
            <a:off x="-9280920" y="4349051"/>
            <a:ext cx="3378882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E382121-B5BA-F20C-1FEF-5965831A191B}"/>
              </a:ext>
            </a:extLst>
          </p:cNvPr>
          <p:cNvSpPr txBox="1"/>
          <p:nvPr/>
        </p:nvSpPr>
        <p:spPr>
          <a:xfrm>
            <a:off x="-9099965" y="4422605"/>
            <a:ext cx="29605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PostgreSQL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70" name="Прямоугольник: усеченные противолежащие углы 69">
            <a:extLst>
              <a:ext uri="{FF2B5EF4-FFF2-40B4-BE49-F238E27FC236}">
                <a16:creationId xmlns:a16="http://schemas.microsoft.com/office/drawing/2014/main" id="{955E4F38-BBDE-13C3-5B75-C2A939B94680}"/>
              </a:ext>
            </a:extLst>
          </p:cNvPr>
          <p:cNvSpPr/>
          <p:nvPr/>
        </p:nvSpPr>
        <p:spPr>
          <a:xfrm>
            <a:off x="-5528195" y="4349051"/>
            <a:ext cx="2539583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EA808B4-FAA0-26C6-2BEE-027D1CE5332A}"/>
              </a:ext>
            </a:extLst>
          </p:cNvPr>
          <p:cNvSpPr txBox="1"/>
          <p:nvPr/>
        </p:nvSpPr>
        <p:spPr>
          <a:xfrm>
            <a:off x="-5347238" y="4422605"/>
            <a:ext cx="2123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Access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72" name="Прямоугольник: усеченные противолежащие углы 71">
            <a:extLst>
              <a:ext uri="{FF2B5EF4-FFF2-40B4-BE49-F238E27FC236}">
                <a16:creationId xmlns:a16="http://schemas.microsoft.com/office/drawing/2014/main" id="{E2ACFBCC-D3B4-34AF-3E72-AC5E70C19C4D}"/>
              </a:ext>
            </a:extLst>
          </p:cNvPr>
          <p:cNvSpPr/>
          <p:nvPr/>
        </p:nvSpPr>
        <p:spPr>
          <a:xfrm>
            <a:off x="-11309483" y="5667823"/>
            <a:ext cx="3698264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97C2795-4313-9E6C-41E2-7897BF7EC2F4}"/>
              </a:ext>
            </a:extLst>
          </p:cNvPr>
          <p:cNvSpPr txBox="1"/>
          <p:nvPr/>
        </p:nvSpPr>
        <p:spPr>
          <a:xfrm>
            <a:off x="-11128528" y="5741377"/>
            <a:ext cx="3517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HTML/CSS/JS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 useBgFill="1">
        <p:nvSpPr>
          <p:cNvPr id="74" name="Прямоугольник: усеченные противолежащие углы 73">
            <a:extLst>
              <a:ext uri="{FF2B5EF4-FFF2-40B4-BE49-F238E27FC236}">
                <a16:creationId xmlns:a16="http://schemas.microsoft.com/office/drawing/2014/main" id="{79599322-7E4A-60F0-A0D0-ABBEBAB930D7}"/>
              </a:ext>
            </a:extLst>
          </p:cNvPr>
          <p:cNvSpPr/>
          <p:nvPr/>
        </p:nvSpPr>
        <p:spPr>
          <a:xfrm>
            <a:off x="-7189391" y="5667823"/>
            <a:ext cx="2739065" cy="707313"/>
          </a:xfrm>
          <a:prstGeom prst="snip2DiagRect">
            <a:avLst>
              <a:gd name="adj1" fmla="val 0"/>
              <a:gd name="adj2" fmla="val 50000"/>
            </a:avLst>
          </a:prstGeom>
          <a:ln>
            <a:solidFill>
              <a:schemeClr val="tx1"/>
            </a:solidFill>
          </a:ln>
          <a:effectLst>
            <a:innerShdw blurRad="635000">
              <a:schemeClr val="tx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179C165-4F3C-5F20-4C2D-686D2F030BB6}"/>
              </a:ext>
            </a:extLst>
          </p:cNvPr>
          <p:cNvSpPr txBox="1"/>
          <p:nvPr/>
        </p:nvSpPr>
        <p:spPr>
          <a:xfrm>
            <a:off x="-7008435" y="5741377"/>
            <a:ext cx="24130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◆ </a:t>
            </a:r>
            <a:r>
              <a:rPr lang="en-US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Firebase</a:t>
            </a:r>
            <a:endParaRPr lang="ru-RU" sz="32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" name="Параллелограмм 3">
            <a:extLst>
              <a:ext uri="{FF2B5EF4-FFF2-40B4-BE49-F238E27FC236}">
                <a16:creationId xmlns:a16="http://schemas.microsoft.com/office/drawing/2014/main" id="{CAAAB2B0-E71E-8476-91CA-3BC2059F9764}"/>
              </a:ext>
            </a:extLst>
          </p:cNvPr>
          <p:cNvSpPr/>
          <p:nvPr/>
        </p:nvSpPr>
        <p:spPr>
          <a:xfrm>
            <a:off x="6090181" y="279414"/>
            <a:ext cx="5119464" cy="854198"/>
          </a:xfrm>
          <a:prstGeom prst="parallelogram">
            <a:avLst>
              <a:gd name="adj" fmla="val 483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верхние углы 5">
            <a:extLst>
              <a:ext uri="{FF2B5EF4-FFF2-40B4-BE49-F238E27FC236}">
                <a16:creationId xmlns:a16="http://schemas.microsoft.com/office/drawing/2014/main" id="{7C0A3DB3-694E-B953-B52F-EB5A8A4574D3}"/>
              </a:ext>
            </a:extLst>
          </p:cNvPr>
          <p:cNvSpPr/>
          <p:nvPr/>
        </p:nvSpPr>
        <p:spPr>
          <a:xfrm rot="5400000">
            <a:off x="10782658" y="122588"/>
            <a:ext cx="853974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араллелограмм 18">
            <a:extLst>
              <a:ext uri="{FF2B5EF4-FFF2-40B4-BE49-F238E27FC236}">
                <a16:creationId xmlns:a16="http://schemas.microsoft.com/office/drawing/2014/main" id="{0AC10C25-5B66-0943-FF0F-A7354F957D29}"/>
              </a:ext>
            </a:extLst>
          </p:cNvPr>
          <p:cNvSpPr/>
          <p:nvPr/>
        </p:nvSpPr>
        <p:spPr>
          <a:xfrm>
            <a:off x="6376383" y="367874"/>
            <a:ext cx="4335845" cy="664931"/>
          </a:xfrm>
          <a:prstGeom prst="parallelogram">
            <a:avLst>
              <a:gd name="adj" fmla="val 51470"/>
            </a:avLst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BCBF43-5ADA-85BF-E88B-5EF5A8578054}"/>
              </a:ext>
            </a:extLst>
          </p:cNvPr>
          <p:cNvSpPr txBox="1"/>
          <p:nvPr/>
        </p:nvSpPr>
        <p:spPr>
          <a:xfrm>
            <a:off x="6949361" y="293382"/>
            <a:ext cx="32693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Итоги</a:t>
            </a: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28A19474-8862-B01A-EF3A-BF2720E458A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352" y="345636"/>
            <a:ext cx="664931" cy="664931"/>
          </a:xfrm>
          <a:prstGeom prst="rect">
            <a:avLst/>
          </a:prstGeom>
        </p:spPr>
      </p:pic>
      <p:sp useBgFill="1"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217909DC-70FC-F0B3-109A-6F7AFCF77BD3}"/>
              </a:ext>
            </a:extLst>
          </p:cNvPr>
          <p:cNvSpPr/>
          <p:nvPr/>
        </p:nvSpPr>
        <p:spPr>
          <a:xfrm>
            <a:off x="3159813" y="3556483"/>
            <a:ext cx="4237185" cy="1406218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15B6AD-A839-06F2-6C53-6A8ADAB001CC}"/>
              </a:ext>
            </a:extLst>
          </p:cNvPr>
          <p:cNvSpPr txBox="1"/>
          <p:nvPr/>
        </p:nvSpPr>
        <p:spPr>
          <a:xfrm>
            <a:off x="3240054" y="4325531"/>
            <a:ext cx="40767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Веб-сайт</a:t>
            </a:r>
          </a:p>
        </p:txBody>
      </p: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701BD688-AC0D-A41B-06B6-F4A44FE1F87E}"/>
              </a:ext>
            </a:extLst>
          </p:cNvPr>
          <p:cNvCxnSpPr>
            <a:cxnSpLocks/>
          </p:cNvCxnSpPr>
          <p:nvPr/>
        </p:nvCxnSpPr>
        <p:spPr>
          <a:xfrm>
            <a:off x="3508135" y="3975467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36" name="Овал 35">
            <a:extLst>
              <a:ext uri="{FF2B5EF4-FFF2-40B4-BE49-F238E27FC236}">
                <a16:creationId xmlns:a16="http://schemas.microsoft.com/office/drawing/2014/main" id="{88555473-7520-8ACF-F5AB-496FB9EDA0F7}"/>
              </a:ext>
            </a:extLst>
          </p:cNvPr>
          <p:cNvSpPr/>
          <p:nvPr/>
        </p:nvSpPr>
        <p:spPr>
          <a:xfrm>
            <a:off x="4966086" y="3670181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733144FE-A3E1-2D85-23C4-51168F8134B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3129" y="3743509"/>
            <a:ext cx="463917" cy="463917"/>
          </a:xfrm>
          <a:prstGeom prst="rect">
            <a:avLst/>
          </a:prstGeom>
        </p:spPr>
      </p:pic>
      <p:sp useBgFill="1"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D59B6770-6086-5AEA-2C1A-7A87A2B37773}"/>
              </a:ext>
            </a:extLst>
          </p:cNvPr>
          <p:cNvSpPr/>
          <p:nvPr/>
        </p:nvSpPr>
        <p:spPr>
          <a:xfrm>
            <a:off x="6273786" y="1845231"/>
            <a:ext cx="4237185" cy="1406218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52674B-0547-C5F1-9CC1-6EB2FB20917C}"/>
              </a:ext>
            </a:extLst>
          </p:cNvPr>
          <p:cNvSpPr txBox="1"/>
          <p:nvPr/>
        </p:nvSpPr>
        <p:spPr>
          <a:xfrm>
            <a:off x="6354027" y="2614279"/>
            <a:ext cx="40767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PostalApp-Extra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C9915999-B204-0007-B76E-9E078E64D0FA}"/>
              </a:ext>
            </a:extLst>
          </p:cNvPr>
          <p:cNvCxnSpPr>
            <a:cxnSpLocks/>
          </p:cNvCxnSpPr>
          <p:nvPr/>
        </p:nvCxnSpPr>
        <p:spPr>
          <a:xfrm>
            <a:off x="6622108" y="2264215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41" name="Овал 40">
            <a:extLst>
              <a:ext uri="{FF2B5EF4-FFF2-40B4-BE49-F238E27FC236}">
                <a16:creationId xmlns:a16="http://schemas.microsoft.com/office/drawing/2014/main" id="{3A787429-73AE-7F1D-C202-5399AC887B99}"/>
              </a:ext>
            </a:extLst>
          </p:cNvPr>
          <p:cNvSpPr/>
          <p:nvPr/>
        </p:nvSpPr>
        <p:spPr>
          <a:xfrm>
            <a:off x="8080059" y="1958929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D65A01D5-EC0B-180B-4C5E-0E912265337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102" y="2032257"/>
            <a:ext cx="463917" cy="463917"/>
          </a:xfrm>
          <a:prstGeom prst="rect">
            <a:avLst/>
          </a:prstGeom>
        </p:spPr>
      </p:pic>
      <p:sp useBgFill="1"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EC49E93C-DFEE-ED09-025A-708EEBAD4543}"/>
              </a:ext>
            </a:extLst>
          </p:cNvPr>
          <p:cNvSpPr/>
          <p:nvPr/>
        </p:nvSpPr>
        <p:spPr>
          <a:xfrm>
            <a:off x="805944" y="5224654"/>
            <a:ext cx="4237185" cy="1406218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3D469A6-F306-CBF7-BFBE-FC284ADD0966}"/>
              </a:ext>
            </a:extLst>
          </p:cNvPr>
          <p:cNvSpPr txBox="1"/>
          <p:nvPr/>
        </p:nvSpPr>
        <p:spPr>
          <a:xfrm>
            <a:off x="886185" y="5993702"/>
            <a:ext cx="40767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База данных</a:t>
            </a:r>
          </a:p>
        </p:txBody>
      </p: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70D7A45C-966C-96B7-1D81-F48ECD27F20A}"/>
              </a:ext>
            </a:extLst>
          </p:cNvPr>
          <p:cNvCxnSpPr>
            <a:cxnSpLocks/>
          </p:cNvCxnSpPr>
          <p:nvPr/>
        </p:nvCxnSpPr>
        <p:spPr>
          <a:xfrm>
            <a:off x="1154266" y="5643638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47" name="Овал 46">
            <a:extLst>
              <a:ext uri="{FF2B5EF4-FFF2-40B4-BE49-F238E27FC236}">
                <a16:creationId xmlns:a16="http://schemas.microsoft.com/office/drawing/2014/main" id="{4F2C9B9A-0A5F-CF1A-324B-8971B306DD1C}"/>
              </a:ext>
            </a:extLst>
          </p:cNvPr>
          <p:cNvSpPr/>
          <p:nvPr/>
        </p:nvSpPr>
        <p:spPr>
          <a:xfrm>
            <a:off x="2612217" y="5338352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7" name="Рисунок 66">
            <a:extLst>
              <a:ext uri="{FF2B5EF4-FFF2-40B4-BE49-F238E27FC236}">
                <a16:creationId xmlns:a16="http://schemas.microsoft.com/office/drawing/2014/main" id="{58E348CA-2CA6-DE12-02E5-ED6BE519CD4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260" y="5411680"/>
            <a:ext cx="463917" cy="463917"/>
          </a:xfrm>
          <a:prstGeom prst="rect">
            <a:avLst/>
          </a:prstGeom>
        </p:spPr>
      </p:pic>
      <p:sp useBgFill="1">
        <p:nvSpPr>
          <p:cNvPr id="76" name="Прямоугольник: скругленные углы 75">
            <a:extLst>
              <a:ext uri="{FF2B5EF4-FFF2-40B4-BE49-F238E27FC236}">
                <a16:creationId xmlns:a16="http://schemas.microsoft.com/office/drawing/2014/main" id="{2A0985FE-1157-16DF-D90F-3DAC048BD307}"/>
              </a:ext>
            </a:extLst>
          </p:cNvPr>
          <p:cNvSpPr/>
          <p:nvPr/>
        </p:nvSpPr>
        <p:spPr>
          <a:xfrm>
            <a:off x="5747437" y="5224654"/>
            <a:ext cx="4237185" cy="1406218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DE098AF-915D-3EC1-0FF7-027084D98C84}"/>
              </a:ext>
            </a:extLst>
          </p:cNvPr>
          <p:cNvSpPr txBox="1"/>
          <p:nvPr/>
        </p:nvSpPr>
        <p:spPr>
          <a:xfrm>
            <a:off x="5827678" y="5993702"/>
            <a:ext cx="40767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Сервер</a:t>
            </a:r>
          </a:p>
        </p:txBody>
      </p:sp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id="{4EBB5C25-830A-5B04-BACA-D8DEE1682634}"/>
              </a:ext>
            </a:extLst>
          </p:cNvPr>
          <p:cNvCxnSpPr>
            <a:cxnSpLocks/>
          </p:cNvCxnSpPr>
          <p:nvPr/>
        </p:nvCxnSpPr>
        <p:spPr>
          <a:xfrm>
            <a:off x="6095759" y="5643638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79" name="Овал 78">
            <a:extLst>
              <a:ext uri="{FF2B5EF4-FFF2-40B4-BE49-F238E27FC236}">
                <a16:creationId xmlns:a16="http://schemas.microsoft.com/office/drawing/2014/main" id="{6F54A484-F4CE-2E14-DF96-9548EC0D7954}"/>
              </a:ext>
            </a:extLst>
          </p:cNvPr>
          <p:cNvSpPr/>
          <p:nvPr/>
        </p:nvSpPr>
        <p:spPr>
          <a:xfrm>
            <a:off x="7553710" y="5338352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864F66FF-EE42-E916-AD0D-325F1062C84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0753" y="5411680"/>
            <a:ext cx="463917" cy="463917"/>
          </a:xfrm>
          <a:prstGeom prst="rect">
            <a:avLst/>
          </a:prstGeom>
        </p:spPr>
      </p:pic>
      <p:sp useBgFill="1">
        <p:nvSpPr>
          <p:cNvPr id="81" name="Прямоугольник: скругленные углы 80">
            <a:extLst>
              <a:ext uri="{FF2B5EF4-FFF2-40B4-BE49-F238E27FC236}">
                <a16:creationId xmlns:a16="http://schemas.microsoft.com/office/drawing/2014/main" id="{F2B65081-EFD5-4D89-EF2E-3F32236866DA}"/>
              </a:ext>
            </a:extLst>
          </p:cNvPr>
          <p:cNvSpPr/>
          <p:nvPr/>
        </p:nvSpPr>
        <p:spPr>
          <a:xfrm>
            <a:off x="1133464" y="1845231"/>
            <a:ext cx="4237185" cy="1406218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BF818A6-4729-E1D1-10D6-E002187CCD5A}"/>
              </a:ext>
            </a:extLst>
          </p:cNvPr>
          <p:cNvSpPr txBox="1"/>
          <p:nvPr/>
        </p:nvSpPr>
        <p:spPr>
          <a:xfrm>
            <a:off x="1213705" y="2614279"/>
            <a:ext cx="40767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PostalApp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id="{608279DC-AD8E-A063-1C9C-58945AABD542}"/>
              </a:ext>
            </a:extLst>
          </p:cNvPr>
          <p:cNvCxnSpPr>
            <a:cxnSpLocks/>
          </p:cNvCxnSpPr>
          <p:nvPr/>
        </p:nvCxnSpPr>
        <p:spPr>
          <a:xfrm>
            <a:off x="1481786" y="2264215"/>
            <a:ext cx="3524827" cy="0"/>
          </a:xfrm>
          <a:prstGeom prst="line">
            <a:avLst/>
          </a:prstGeom>
          <a:ln w="25400">
            <a:solidFill>
              <a:schemeClr val="bg1"/>
            </a:solidFill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86" name="Овал 85">
            <a:extLst>
              <a:ext uri="{FF2B5EF4-FFF2-40B4-BE49-F238E27FC236}">
                <a16:creationId xmlns:a16="http://schemas.microsoft.com/office/drawing/2014/main" id="{DB090924-82B0-DD17-571B-800B55DF8682}"/>
              </a:ext>
            </a:extLst>
          </p:cNvPr>
          <p:cNvSpPr/>
          <p:nvPr/>
        </p:nvSpPr>
        <p:spPr>
          <a:xfrm>
            <a:off x="2939737" y="1958929"/>
            <a:ext cx="618006" cy="618006"/>
          </a:xfrm>
          <a:prstGeom prst="ellipse">
            <a:avLst/>
          </a:prstGeom>
          <a:ln>
            <a:solidFill>
              <a:schemeClr val="bg1"/>
            </a:solidFill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CC4AE8B1-8348-472E-847C-E830C69FAA7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artisticPhotocopy trans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6780" y="2032257"/>
            <a:ext cx="463917" cy="46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25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A6E34-48CC-BAC1-1CFD-CAAE0EA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5ED38D41-66F7-B5F4-5C3C-BAD1E02CA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51752" y="1"/>
            <a:ext cx="15996428" cy="6857999"/>
          </a:xfrm>
          <a:prstGeom prst="rect">
            <a:avLst/>
          </a:prstGeom>
        </p:spPr>
      </p:pic>
      <p:sp>
        <p:nvSpPr>
          <p:cNvPr id="4" name="Параллелограмм 3">
            <a:extLst>
              <a:ext uri="{FF2B5EF4-FFF2-40B4-BE49-F238E27FC236}">
                <a16:creationId xmlns:a16="http://schemas.microsoft.com/office/drawing/2014/main" id="{0A70FAA5-FB1B-D45D-BFCA-0A491A9394ED}"/>
              </a:ext>
            </a:extLst>
          </p:cNvPr>
          <p:cNvSpPr/>
          <p:nvPr/>
        </p:nvSpPr>
        <p:spPr>
          <a:xfrm>
            <a:off x="16246156" y="144715"/>
            <a:ext cx="5119464" cy="854198"/>
          </a:xfrm>
          <a:prstGeom prst="parallelogram">
            <a:avLst>
              <a:gd name="adj" fmla="val 4836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верхние углы 5">
            <a:extLst>
              <a:ext uri="{FF2B5EF4-FFF2-40B4-BE49-F238E27FC236}">
                <a16:creationId xmlns:a16="http://schemas.microsoft.com/office/drawing/2014/main" id="{91CB2EC1-3730-9378-19A5-711740A4B618}"/>
              </a:ext>
            </a:extLst>
          </p:cNvPr>
          <p:cNvSpPr/>
          <p:nvPr/>
        </p:nvSpPr>
        <p:spPr>
          <a:xfrm rot="5400000">
            <a:off x="20938633" y="-12111"/>
            <a:ext cx="853974" cy="116785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араллелограмм 18">
            <a:extLst>
              <a:ext uri="{FF2B5EF4-FFF2-40B4-BE49-F238E27FC236}">
                <a16:creationId xmlns:a16="http://schemas.microsoft.com/office/drawing/2014/main" id="{C5C9BEBF-7974-2C01-4E91-7BE97392AA89}"/>
              </a:ext>
            </a:extLst>
          </p:cNvPr>
          <p:cNvSpPr/>
          <p:nvPr/>
        </p:nvSpPr>
        <p:spPr>
          <a:xfrm>
            <a:off x="16532358" y="233175"/>
            <a:ext cx="4335845" cy="664931"/>
          </a:xfrm>
          <a:prstGeom prst="parallelogram">
            <a:avLst>
              <a:gd name="adj" fmla="val 51470"/>
            </a:avLst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B5C959-33D9-D80C-6026-D0D49483926F}"/>
              </a:ext>
            </a:extLst>
          </p:cNvPr>
          <p:cNvSpPr txBox="1"/>
          <p:nvPr/>
        </p:nvSpPr>
        <p:spPr>
          <a:xfrm>
            <a:off x="17105336" y="158683"/>
            <a:ext cx="32693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Итоги</a:t>
            </a: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6D51FD8-63CC-4159-F449-932060B9E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0327" y="210937"/>
            <a:ext cx="664931" cy="664931"/>
          </a:xfrm>
          <a:prstGeom prst="rect">
            <a:avLst/>
          </a:prstGeom>
        </p:spPr>
      </p:pic>
      <p:sp useBgFill="1"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85C4390F-3761-458F-FA0A-A667DC4170E3}"/>
              </a:ext>
            </a:extLst>
          </p:cNvPr>
          <p:cNvSpPr/>
          <p:nvPr/>
        </p:nvSpPr>
        <p:spPr>
          <a:xfrm>
            <a:off x="723900" y="2527512"/>
            <a:ext cx="10820400" cy="1406218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1279E501-A22E-7558-8405-33F6AD7852BE}"/>
              </a:ext>
            </a:extLst>
          </p:cNvPr>
          <p:cNvSpPr/>
          <p:nvPr/>
        </p:nvSpPr>
        <p:spPr>
          <a:xfrm>
            <a:off x="6755359" y="265976"/>
            <a:ext cx="5093910" cy="2106354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B9F0A7B1-0040-1584-422C-C565E7BE0E9D}"/>
              </a:ext>
            </a:extLst>
          </p:cNvPr>
          <p:cNvSpPr/>
          <p:nvPr/>
        </p:nvSpPr>
        <p:spPr>
          <a:xfrm>
            <a:off x="133350" y="4199705"/>
            <a:ext cx="5114997" cy="2499612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76" name="Прямоугольник: скругленные углы 75">
            <a:extLst>
              <a:ext uri="{FF2B5EF4-FFF2-40B4-BE49-F238E27FC236}">
                <a16:creationId xmlns:a16="http://schemas.microsoft.com/office/drawing/2014/main" id="{C4D11310-4966-DC28-5A37-24F786D2E198}"/>
              </a:ext>
            </a:extLst>
          </p:cNvPr>
          <p:cNvSpPr/>
          <p:nvPr/>
        </p:nvSpPr>
        <p:spPr>
          <a:xfrm>
            <a:off x="5684444" y="4199705"/>
            <a:ext cx="6164825" cy="2261536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81" name="Прямоугольник: скругленные углы 80">
            <a:extLst>
              <a:ext uri="{FF2B5EF4-FFF2-40B4-BE49-F238E27FC236}">
                <a16:creationId xmlns:a16="http://schemas.microsoft.com/office/drawing/2014/main" id="{9F6814D9-CE9A-42A1-CD19-F49844761BF0}"/>
              </a:ext>
            </a:extLst>
          </p:cNvPr>
          <p:cNvSpPr/>
          <p:nvPr/>
        </p:nvSpPr>
        <p:spPr>
          <a:xfrm>
            <a:off x="323850" y="158683"/>
            <a:ext cx="6241870" cy="2102854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533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64707-30A1-228A-68C7-E78523BE4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BF04B31A-B13A-D8FC-0F8A-5A23C3EEF7A0}"/>
              </a:ext>
            </a:extLst>
          </p:cNvPr>
          <p:cNvSpPr/>
          <p:nvPr/>
        </p:nvSpPr>
        <p:spPr>
          <a:xfrm>
            <a:off x="-2096729" y="-1091381"/>
            <a:ext cx="16461658" cy="8644004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38" name="Прямоугольник: скругленные углы 37">
            <a:extLst>
              <a:ext uri="{FF2B5EF4-FFF2-40B4-BE49-F238E27FC236}">
                <a16:creationId xmlns:a16="http://schemas.microsoft.com/office/drawing/2014/main" id="{15FABC74-36EE-7675-EB4F-26562A8EEDA5}"/>
              </a:ext>
            </a:extLst>
          </p:cNvPr>
          <p:cNvSpPr/>
          <p:nvPr/>
        </p:nvSpPr>
        <p:spPr>
          <a:xfrm>
            <a:off x="11152246" y="-4608467"/>
            <a:ext cx="5093910" cy="2106354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44" name="Прямоугольник: скругленные углы 43">
            <a:extLst>
              <a:ext uri="{FF2B5EF4-FFF2-40B4-BE49-F238E27FC236}">
                <a16:creationId xmlns:a16="http://schemas.microsoft.com/office/drawing/2014/main" id="{792904C0-64EA-3EE3-9E0D-CF5DD5A63363}"/>
              </a:ext>
            </a:extLst>
          </p:cNvPr>
          <p:cNvSpPr/>
          <p:nvPr/>
        </p:nvSpPr>
        <p:spPr>
          <a:xfrm>
            <a:off x="-1833599" y="8771705"/>
            <a:ext cx="5114997" cy="2499612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76" name="Прямоугольник: скругленные углы 75">
            <a:extLst>
              <a:ext uri="{FF2B5EF4-FFF2-40B4-BE49-F238E27FC236}">
                <a16:creationId xmlns:a16="http://schemas.microsoft.com/office/drawing/2014/main" id="{40C061AC-0D85-2888-E30C-D3342A9C3FD8}"/>
              </a:ext>
            </a:extLst>
          </p:cNvPr>
          <p:cNvSpPr/>
          <p:nvPr/>
        </p:nvSpPr>
        <p:spPr>
          <a:xfrm>
            <a:off x="9109587" y="8771705"/>
            <a:ext cx="6164825" cy="2261536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81" name="Прямоугольник: скругленные углы 80">
            <a:extLst>
              <a:ext uri="{FF2B5EF4-FFF2-40B4-BE49-F238E27FC236}">
                <a16:creationId xmlns:a16="http://schemas.microsoft.com/office/drawing/2014/main" id="{2CD9BE53-2350-0831-4099-893FA765C702}"/>
              </a:ext>
            </a:extLst>
          </p:cNvPr>
          <p:cNvSpPr/>
          <p:nvPr/>
        </p:nvSpPr>
        <p:spPr>
          <a:xfrm>
            <a:off x="-6189214" y="-4608467"/>
            <a:ext cx="6241870" cy="2102854"/>
          </a:xfrm>
          <a:prstGeom prst="roundRect">
            <a:avLst/>
          </a:prstGeom>
          <a:ln>
            <a:solidFill>
              <a:schemeClr val="tx1"/>
            </a:solidFill>
          </a:ln>
          <a:effectLst>
            <a:innerShdw blurRad="635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771583-460E-53A3-6873-CB91672FBF7C}"/>
              </a:ext>
            </a:extLst>
          </p:cNvPr>
          <p:cNvSpPr txBox="1"/>
          <p:nvPr/>
        </p:nvSpPr>
        <p:spPr>
          <a:xfrm>
            <a:off x="0" y="1674674"/>
            <a:ext cx="84245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5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Система работает как единый комплекс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AADB8C-3C82-DD4E-E3E5-68DECCF20BE1}"/>
              </a:ext>
            </a:extLst>
          </p:cNvPr>
          <p:cNvSpPr txBox="1"/>
          <p:nvPr/>
        </p:nvSpPr>
        <p:spPr>
          <a:xfrm>
            <a:off x="8614226" y="4213018"/>
            <a:ext cx="35777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Наш сайт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42E2A2E-25AB-5D68-68B1-D6F1BF767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4227" y="0"/>
            <a:ext cx="3577773" cy="3577773"/>
          </a:xfrm>
          <a:prstGeom prst="rect">
            <a:avLst/>
          </a:prstGeom>
          <a:effectLst>
            <a:softEdge rad="0"/>
          </a:effectLst>
        </p:spPr>
      </p:pic>
      <p:sp>
        <p:nvSpPr>
          <p:cNvPr id="9" name="Прямоугольник: усеченные верхние углы 8">
            <a:extLst>
              <a:ext uri="{FF2B5EF4-FFF2-40B4-BE49-F238E27FC236}">
                <a16:creationId xmlns:a16="http://schemas.microsoft.com/office/drawing/2014/main" id="{29501CC0-614E-6FDB-6978-F6CC338F701F}"/>
              </a:ext>
            </a:extLst>
          </p:cNvPr>
          <p:cNvSpPr/>
          <p:nvPr/>
        </p:nvSpPr>
        <p:spPr>
          <a:xfrm rot="10800000">
            <a:off x="8614225" y="3593358"/>
            <a:ext cx="3577771" cy="584776"/>
          </a:xfrm>
          <a:prstGeom prst="snip2Same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D4AE36-177F-C1E6-C6FB-B98DA7BB3A03}"/>
              </a:ext>
            </a:extLst>
          </p:cNvPr>
          <p:cNvSpPr txBox="1"/>
          <p:nvPr/>
        </p:nvSpPr>
        <p:spPr>
          <a:xfrm>
            <a:off x="8614226" y="3624136"/>
            <a:ext cx="35777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postalapp.ru</a:t>
            </a:r>
            <a:endParaRPr lang="ru-RU" sz="28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55BDD0-A081-5334-10B5-27803B399205}"/>
              </a:ext>
            </a:extLst>
          </p:cNvPr>
          <p:cNvSpPr txBox="1"/>
          <p:nvPr/>
        </p:nvSpPr>
        <p:spPr>
          <a:xfrm>
            <a:off x="233398" y="608771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Будем рады любой поддержке!</a:t>
            </a:r>
            <a:endParaRPr lang="ru-RU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38212E-B8C7-F6BE-F138-C90DE8C831C9}"/>
              </a:ext>
            </a:extLst>
          </p:cNvPr>
          <p:cNvSpPr txBox="1"/>
          <p:nvPr/>
        </p:nvSpPr>
        <p:spPr>
          <a:xfrm>
            <a:off x="9569859" y="6272382"/>
            <a:ext cx="23887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© 2026 PostalApp</a:t>
            </a:r>
            <a:endParaRPr lang="ru-RU" sz="1600" dirty="0">
              <a:solidFill>
                <a:schemeClr val="bg1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594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D163F-6A5F-A57C-DC24-752265988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953D7AB-9B78-9491-0650-AA893B201E01}"/>
              </a:ext>
            </a:extLst>
          </p:cNvPr>
          <p:cNvSpPr/>
          <p:nvPr/>
        </p:nvSpPr>
        <p:spPr>
          <a:xfrm>
            <a:off x="3316514" y="5079023"/>
            <a:ext cx="5558972" cy="1930400"/>
          </a:xfrm>
          <a:prstGeom prst="roundRect">
            <a:avLst/>
          </a:prstGeom>
          <a:solidFill>
            <a:schemeClr val="bg1">
              <a:alpha val="15000"/>
            </a:schemeClr>
          </a:solidFill>
          <a:effectLst>
            <a:softEdge rad="4953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86A7A9FD-1A14-0DF1-4099-C3EE19EECA2A}"/>
              </a:ext>
            </a:extLst>
          </p:cNvPr>
          <p:cNvSpPr/>
          <p:nvPr/>
        </p:nvSpPr>
        <p:spPr>
          <a:xfrm>
            <a:off x="2670628" y="-246743"/>
            <a:ext cx="6850744" cy="6850744"/>
          </a:xfrm>
          <a:prstGeom prst="ellipse">
            <a:avLst/>
          </a:prstGeom>
          <a:solidFill>
            <a:schemeClr val="bg1">
              <a:alpha val="15000"/>
            </a:schemeClr>
          </a:solidFill>
          <a:effectLst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5640C6-542D-4E61-0367-8230F5AA3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5700" y="781956"/>
            <a:ext cx="4800600" cy="48006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96FF51-D437-B280-A82B-5203C1D21015}"/>
              </a:ext>
            </a:extLst>
          </p:cNvPr>
          <p:cNvSpPr txBox="1"/>
          <p:nvPr/>
        </p:nvSpPr>
        <p:spPr>
          <a:xfrm>
            <a:off x="3048000" y="558255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Franklin Gothic Heavy" panose="020B0903020102020204" pitchFamily="34" charset="0"/>
              </a:rPr>
              <a:t>PostalApp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3261705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5000">
        <p159:morph option="byObject"/>
      </p:transition>
    </mc:Choice>
    <mc:Fallback xmlns="">
      <p:transition spd="slow" advTm="5000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1432</TotalTime>
  <Words>1062</Words>
  <Application>Microsoft Office PowerPoint</Application>
  <PresentationFormat>Широкоэкранный</PresentationFormat>
  <Paragraphs>356</Paragraphs>
  <Slides>38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4" baseType="lpstr">
      <vt:lpstr>Aptos</vt:lpstr>
      <vt:lpstr>Aptos Display</vt:lpstr>
      <vt:lpstr>Arial</vt:lpstr>
      <vt:lpstr>Calibri</vt:lpstr>
      <vt:lpstr>Franklin Gothic Heavy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Виталий Рожков</dc:creator>
  <cp:lastModifiedBy>Виталий Рожков</cp:lastModifiedBy>
  <cp:revision>22</cp:revision>
  <dcterms:created xsi:type="dcterms:W3CDTF">2026-05-13T05:41:20Z</dcterms:created>
  <dcterms:modified xsi:type="dcterms:W3CDTF">2026-06-02T14:10:20Z</dcterms:modified>
</cp:coreProperties>
</file>